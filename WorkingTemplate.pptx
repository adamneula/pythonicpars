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5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6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7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8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theme/theme9.xml" ContentType="application/vnd.openxmlformats-officedocument.theme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theme/theme10.xml" ContentType="application/vnd.openxmlformats-officedocument.theme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theme/theme11.xml" ContentType="application/vnd.openxmlformats-officedocument.theme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theme/theme12.xml" ContentType="application/vnd.openxmlformats-officedocument.theme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theme/theme13.xml" ContentType="application/vnd.openxmlformats-officedocument.theme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theme/theme14.xml" ContentType="application/vnd.openxmlformats-officedocument.theme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theme/theme15.xml" ContentType="application/vnd.openxmlformats-officedocument.theme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theme/theme16.xml" ContentType="application/vnd.openxmlformats-officedocument.theme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theme/theme17.xml" ContentType="application/vnd.openxmlformats-officedocument.theme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theme/theme18.xml" ContentType="application/vnd.openxmlformats-officedocument.theme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7.xml" ContentType="application/vnd.openxmlformats-officedocument.presentationml.notesSlide+xml"/>
  <Override PartName="/ppt/charts/chart9.xml" ContentType="application/vnd.openxmlformats-officedocument.drawingml.chart+xml"/>
  <Override PartName="/ppt/notesSlides/notesSlide8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  <p:sldMasterId id="2147483692" r:id="rId2"/>
    <p:sldMasterId id="2147483702" r:id="rId3"/>
    <p:sldMasterId id="2147483738" r:id="rId4"/>
    <p:sldMasterId id="2147483774" r:id="rId5"/>
    <p:sldMasterId id="2147483786" r:id="rId6"/>
    <p:sldMasterId id="2147483807" r:id="rId7"/>
    <p:sldMasterId id="2147483829" r:id="rId8"/>
    <p:sldMasterId id="2147483841" r:id="rId9"/>
    <p:sldMasterId id="2147483859" r:id="rId10"/>
    <p:sldMasterId id="2147483873" r:id="rId11"/>
    <p:sldMasterId id="2147483893" r:id="rId12"/>
    <p:sldMasterId id="2147483900" r:id="rId13"/>
    <p:sldMasterId id="2147483916" r:id="rId14"/>
    <p:sldMasterId id="2147483929" r:id="rId15"/>
    <p:sldMasterId id="2147483938" r:id="rId16"/>
    <p:sldMasterId id="2147483964" r:id="rId17"/>
    <p:sldMasterId id="2147484037" r:id="rId18"/>
    <p:sldMasterId id="2147484050" r:id="rId19"/>
  </p:sldMasterIdLst>
  <p:notesMasterIdLst>
    <p:notesMasterId r:id="rId33"/>
  </p:notesMasterIdLst>
  <p:sldIdLst>
    <p:sldId id="297" r:id="rId20"/>
    <p:sldId id="4530" r:id="rId21"/>
    <p:sldId id="4532" r:id="rId22"/>
    <p:sldId id="4533" r:id="rId23"/>
    <p:sldId id="4534" r:id="rId24"/>
    <p:sldId id="4535" r:id="rId25"/>
    <p:sldId id="4536" r:id="rId26"/>
    <p:sldId id="4537" r:id="rId27"/>
    <p:sldId id="4538" r:id="rId28"/>
    <p:sldId id="4539" r:id="rId29"/>
    <p:sldId id="4542" r:id="rId30"/>
    <p:sldId id="4540" r:id="rId31"/>
    <p:sldId id="4541" r:id="rId32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7D9384A-14A0-3AA4-88F0-ABBF93F0A665}" name="Mark Ramirez" initials="MR" userId="S::mramirez@gentercap.com::f4b5d41b-0bd7-455c-9344-717231ede21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an Gilligan" initials="SG" lastIdx="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2E6"/>
    <a:srgbClr val="51374A"/>
    <a:srgbClr val="585966"/>
    <a:srgbClr val="79808E"/>
    <a:srgbClr val="ABB3BF"/>
    <a:srgbClr val="5E1B3E"/>
    <a:srgbClr val="75113F"/>
    <a:srgbClr val="902151"/>
    <a:srgbClr val="AC3262"/>
    <a:srgbClr val="C84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664" autoAdjust="0"/>
  </p:normalViewPr>
  <p:slideViewPr>
    <p:cSldViewPr snapToGrid="0">
      <p:cViewPr varScale="1">
        <p:scale>
          <a:sx n="107" d="100"/>
          <a:sy n="107" d="100"/>
        </p:scale>
        <p:origin x="114" y="18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3158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7.xml"/><Relationship Id="rId39" Type="http://schemas.microsoft.com/office/2018/10/relationships/authors" Target="authors.xml"/><Relationship Id="rId21" Type="http://schemas.openxmlformats.org/officeDocument/2006/relationships/slide" Target="slides/slide2.xml"/><Relationship Id="rId34" Type="http://schemas.openxmlformats.org/officeDocument/2006/relationships/commentAuthors" Target="commentAuthor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6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1.xml"/><Relationship Id="rId29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5.xml"/><Relationship Id="rId32" Type="http://schemas.openxmlformats.org/officeDocument/2006/relationships/slide" Target="slides/slide13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4.xml"/><Relationship Id="rId28" Type="http://schemas.openxmlformats.org/officeDocument/2006/relationships/slide" Target="slides/slide9.xml"/><Relationship Id="rId36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3.xml"/><Relationship Id="rId27" Type="http://schemas.openxmlformats.org/officeDocument/2006/relationships/slide" Target="slides/slide8.xml"/><Relationship Id="rId30" Type="http://schemas.openxmlformats.org/officeDocument/2006/relationships/slide" Target="slides/slide11.xml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500" dirty="0"/>
              <a:t>Structure</a:t>
            </a:r>
            <a:r>
              <a:rPr lang="en-US" sz="1500" baseline="0" dirty="0"/>
              <a:t> Analysis</a:t>
            </a:r>
            <a:endParaRPr lang="en-US" sz="1500" dirty="0"/>
          </a:p>
        </c:rich>
      </c:tx>
      <c:layout>
        <c:manualLayout>
          <c:xMode val="edge"/>
          <c:yMode val="edge"/>
          <c:x val="0.38355572878645583"/>
          <c:y val="0.92939307182469311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Bond Types</c:v>
                </c:pt>
              </c:strCache>
            </c:strRef>
          </c:tx>
          <c:dLbls>
            <c:numFmt formatCode="0.0%" sourceLinked="0"/>
            <c:spPr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c:spPr>
            <c:txPr>
              <a:bodyPr/>
              <a:lstStyle/>
              <a:p>
                <a:pPr>
                  <a:defRPr sz="1300"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General Obligation</c:v>
                </c:pt>
                <c:pt idx="1">
                  <c:v>Revenue Bonds</c:v>
                </c:pt>
                <c:pt idx="2">
                  <c:v>Certificate Participation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530000</c:v>
                </c:pt>
                <c:pt idx="1">
                  <c:v>300000</c:v>
                </c:pt>
                <c:pt idx="2">
                  <c:v>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7BB-487F-BF1B-000B5A50C70A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500" dirty="0"/>
              <a:t>Income Source</a:t>
            </a:r>
          </a:p>
        </c:rich>
      </c:tx>
      <c:layout>
        <c:manualLayout>
          <c:xMode val="edge"/>
          <c:yMode val="edge"/>
          <c:x val="0.38355572878645583"/>
          <c:y val="0.92939307182469311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Bond Types</c:v>
                </c:pt>
              </c:strCache>
            </c:strRef>
          </c:tx>
          <c:dLbls>
            <c:numFmt formatCode="0.0%" sourceLinked="0"/>
            <c:spPr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c:spPr>
            <c:txPr>
              <a:bodyPr/>
              <a:lstStyle/>
              <a:p>
                <a:pPr>
                  <a:defRPr sz="1300"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General Obligation</c:v>
                </c:pt>
                <c:pt idx="1">
                  <c:v>Revenue Bonds</c:v>
                </c:pt>
                <c:pt idx="2">
                  <c:v>Certificate Participation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530000</c:v>
                </c:pt>
                <c:pt idx="1">
                  <c:v>300000</c:v>
                </c:pt>
                <c:pt idx="2">
                  <c:v>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2F5-4C47-8534-4CE48CA96D77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500" dirty="0"/>
              <a:t>Genter Municipal Quality Intermediate</a:t>
            </a:r>
          </a:p>
        </c:rich>
      </c:tx>
      <c:layout>
        <c:manualLayout>
          <c:xMode val="edge"/>
          <c:yMode val="edge"/>
          <c:x val="0.26917663564354755"/>
          <c:y val="0.93153453051553337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Bond Types</c:v>
                </c:pt>
              </c:strCache>
            </c:strRef>
          </c:tx>
          <c:dLbls>
            <c:spPr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c:spPr>
            <c:txPr>
              <a:bodyPr/>
              <a:lstStyle/>
              <a:p>
                <a:pPr>
                  <a:defRPr sz="1300"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Pre-Refunded</c:v>
                </c:pt>
                <c:pt idx="1">
                  <c:v>Revenue Bonds</c:v>
                </c:pt>
                <c:pt idx="2">
                  <c:v>General Obligation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60</c:v>
                </c:pt>
                <c:pt idx="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414-4D4E-859F-BF4B47185BE0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500" dirty="0"/>
              <a:t>Current Portfolio</a:t>
            </a:r>
          </a:p>
        </c:rich>
      </c:tx>
      <c:layout>
        <c:manualLayout>
          <c:xMode val="edge"/>
          <c:yMode val="edge"/>
          <c:x val="0.370846940659466"/>
          <c:y val="0.93153453051553337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Bond Types</c:v>
                </c:pt>
              </c:strCache>
            </c:strRef>
          </c:tx>
          <c:dLbls>
            <c:numFmt formatCode="0.0%" sourceLinked="0"/>
            <c:spPr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c:spPr>
            <c:txPr>
              <a:bodyPr/>
              <a:lstStyle/>
              <a:p>
                <a:pPr>
                  <a:defRPr sz="1300"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General Obligation</c:v>
                </c:pt>
                <c:pt idx="1">
                  <c:v>Revenue Bonds</c:v>
                </c:pt>
                <c:pt idx="2">
                  <c:v>Certificate Participation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530000</c:v>
                </c:pt>
                <c:pt idx="1">
                  <c:v>300000</c:v>
                </c:pt>
                <c:pt idx="2">
                  <c:v>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CFB-4331-8BA9-70B1ED8993AF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500" dirty="0"/>
              <a:t>Stated Maturity Distribution</a:t>
            </a:r>
          </a:p>
        </c:rich>
      </c:tx>
      <c:layout>
        <c:manualLayout>
          <c:xMode val="edge"/>
          <c:yMode val="edge"/>
          <c:x val="0.31153926273351357"/>
          <c:y val="0.93153453051553337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Bond Types</c:v>
                </c:pt>
              </c:strCache>
            </c:strRef>
          </c:tx>
          <c:dLbls>
            <c:dLbl>
              <c:idx val="0"/>
              <c:numFmt formatCode="0.0%" sourceLinked="0"/>
              <c:spPr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c:spPr>
              <c:txPr>
                <a:bodyPr/>
                <a:lstStyle/>
                <a:p>
                  <a:pPr>
                    <a:defRPr sz="1300">
                      <a:solidFill>
                        <a:srgbClr val="000000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0-C33A-4E65-A076-F8B9329672B5}"/>
                </c:ext>
              </c:extLst>
            </c:dLbl>
            <c:dLbl>
              <c:idx val="1"/>
              <c:numFmt formatCode="0.0%" sourceLinked="0"/>
              <c:spPr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c:spPr>
              <c:txPr>
                <a:bodyPr/>
                <a:lstStyle/>
                <a:p>
                  <a:pPr>
                    <a:defRPr sz="1300">
                      <a:solidFill>
                        <a:srgbClr val="000000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C33A-4E65-A076-F8B9329672B5}"/>
                </c:ext>
              </c:extLst>
            </c:dLbl>
            <c:dLbl>
              <c:idx val="2"/>
              <c:numFmt formatCode="0.0%" sourceLinked="0"/>
              <c:spPr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c:spPr>
              <c:txPr>
                <a:bodyPr/>
                <a:lstStyle/>
                <a:p>
                  <a:pPr>
                    <a:defRPr sz="1300">
                      <a:solidFill>
                        <a:srgbClr val="000000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C33A-4E65-A076-F8B9329672B5}"/>
                </c:ext>
              </c:extLst>
            </c:dLbl>
            <c:spPr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c:spPr>
            <c:txPr>
              <a:bodyPr/>
              <a:lstStyle/>
              <a:p>
                <a:pPr>
                  <a:defRPr sz="1300"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General Obligation</c:v>
                </c:pt>
                <c:pt idx="1">
                  <c:v>Revenue Bonds</c:v>
                </c:pt>
                <c:pt idx="2">
                  <c:v>Certificate Participation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530000</c:v>
                </c:pt>
                <c:pt idx="1">
                  <c:v>300000</c:v>
                </c:pt>
                <c:pt idx="2">
                  <c:v>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33A-4E65-A076-F8B9329672B5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500" dirty="0"/>
              <a:t>Portfolio Call Percentages</a:t>
            </a:r>
          </a:p>
        </c:rich>
      </c:tx>
      <c:layout>
        <c:manualLayout>
          <c:xMode val="edge"/>
          <c:yMode val="edge"/>
          <c:x val="0.31577552544251014"/>
          <c:y val="0.92939307182469311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Bond Types</c:v>
                </c:pt>
              </c:strCache>
            </c:strRef>
          </c:tx>
          <c:dLbls>
            <c:spPr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c:spPr>
            <c:txPr>
              <a:bodyPr/>
              <a:lstStyle/>
              <a:p>
                <a:pPr>
                  <a:defRPr sz="1300"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General Obligation</c:v>
                </c:pt>
                <c:pt idx="1">
                  <c:v>Revenue Bonds</c:v>
                </c:pt>
                <c:pt idx="2">
                  <c:v>Certificate Participation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530000</c:v>
                </c:pt>
                <c:pt idx="1">
                  <c:v>300000</c:v>
                </c:pt>
                <c:pt idx="2">
                  <c:v>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C7A-44B0-A8E5-189F792F24B2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anchor="b" anchorCtr="1"/>
          <a:lstStyle/>
          <a:p>
            <a:pPr>
              <a:defRPr>
                <a:ln>
                  <a:noFill/>
                </a:ln>
              </a:defRPr>
            </a:pPr>
            <a:r>
              <a:rPr lang="en-US" sz="1500" dirty="0">
                <a:ln>
                  <a:noFill/>
                </a:ln>
              </a:rPr>
              <a:t>Current Portfolio – Adjusted Maturity</a:t>
            </a:r>
          </a:p>
        </c:rich>
      </c:tx>
      <c:layout>
        <c:manualLayout>
          <c:xMode val="edge"/>
          <c:yMode val="edge"/>
          <c:x val="0.23316840261707639"/>
          <c:y val="0.93153453051553337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Bond Types</c:v>
                </c:pt>
              </c:strCache>
            </c:strRef>
          </c:tx>
          <c:dLbls>
            <c:dLbl>
              <c:idx val="0"/>
              <c:numFmt formatCode="0.0%" sourceLinked="0"/>
              <c:spPr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c:spPr>
              <c:txPr>
                <a:bodyPr/>
                <a:lstStyle/>
                <a:p>
                  <a:pPr>
                    <a:defRPr sz="1300">
                      <a:solidFill>
                        <a:srgbClr val="000000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0-FA40-4859-ABA8-C4330A8DA68F}"/>
                </c:ext>
              </c:extLst>
            </c:dLbl>
            <c:dLbl>
              <c:idx val="1"/>
              <c:numFmt formatCode="0.0%" sourceLinked="0"/>
              <c:spPr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c:spPr>
              <c:txPr>
                <a:bodyPr/>
                <a:lstStyle/>
                <a:p>
                  <a:pPr>
                    <a:defRPr sz="1300">
                      <a:solidFill>
                        <a:srgbClr val="000000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FA40-4859-ABA8-C4330A8DA68F}"/>
                </c:ext>
              </c:extLst>
            </c:dLbl>
            <c:dLbl>
              <c:idx val="2"/>
              <c:numFmt formatCode="0.0%" sourceLinked="0"/>
              <c:spPr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c:spPr>
              <c:txPr>
                <a:bodyPr anchorCtr="0"/>
                <a:lstStyle/>
                <a:p>
                  <a:pPr algn="ctr" rtl="0">
                    <a:defRPr lang="en-US" sz="1300" b="0" i="0" u="none" strike="noStrike" kern="1200" baseline="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FA40-4859-ABA8-C4330A8DA68F}"/>
                </c:ext>
              </c:extLst>
            </c:dLbl>
            <c:spPr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c:spPr>
            <c:txPr>
              <a:bodyPr/>
              <a:lstStyle/>
              <a:p>
                <a:pPr>
                  <a:defRPr sz="1300"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General Obligation</c:v>
                </c:pt>
                <c:pt idx="1">
                  <c:v>Revenue Bonds</c:v>
                </c:pt>
                <c:pt idx="2">
                  <c:v>Certificate Participation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530000</c:v>
                </c:pt>
                <c:pt idx="1">
                  <c:v>300000</c:v>
                </c:pt>
                <c:pt idx="2">
                  <c:v>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A40-4859-ABA8-C4330A8DA68F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500" dirty="0"/>
              <a:t>Genter Municipal</a:t>
            </a:r>
            <a:r>
              <a:rPr lang="en-US" sz="1500" baseline="0" dirty="0"/>
              <a:t> Quality Intermediate</a:t>
            </a:r>
            <a:endParaRPr lang="en-US" sz="1500" dirty="0"/>
          </a:p>
        </c:rich>
      </c:tx>
      <c:layout>
        <c:manualLayout>
          <c:xMode val="edge"/>
          <c:yMode val="edge"/>
          <c:x val="0.22681400855358147"/>
          <c:y val="0.93153453051553337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Bond Types</c:v>
                </c:pt>
              </c:strCache>
            </c:strRef>
          </c:tx>
          <c:spPr>
            <a:solidFill>
              <a:srgbClr val="FF6496"/>
            </a:solidFill>
          </c:spPr>
          <c:dPt>
            <c:idx val="0"/>
            <c:bubble3D val="0"/>
            <c:spPr/>
            <c:extLst>
              <c:ext xmlns:c16="http://schemas.microsoft.com/office/drawing/2014/chart" uri="{C3380CC4-5D6E-409C-BE32-E72D297353CC}">
                <c16:uniqueId val="{00000000-F449-49B2-82E4-E6C1C5AA0902}"/>
              </c:ext>
            </c:extLst>
          </c:dPt>
          <c:dPt>
            <c:idx val="1"/>
            <c:bubble3D val="0"/>
            <c:spPr/>
            <c:extLst>
              <c:ext xmlns:c16="http://schemas.microsoft.com/office/drawing/2014/chart" uri="{C3380CC4-5D6E-409C-BE32-E72D297353CC}">
                <c16:uniqueId val="{00000001-F449-49B2-82E4-E6C1C5AA0902}"/>
              </c:ext>
            </c:extLst>
          </c:dPt>
          <c:dPt>
            <c:idx val="2"/>
            <c:bubble3D val="0"/>
            <c:spPr/>
            <c:extLst>
              <c:ext xmlns:c16="http://schemas.microsoft.com/office/drawing/2014/chart" uri="{C3380CC4-5D6E-409C-BE32-E72D297353CC}">
                <c16:uniqueId val="{00000002-F449-49B2-82E4-E6C1C5AA0902}"/>
              </c:ext>
            </c:extLst>
          </c:dPt>
          <c:dPt>
            <c:idx val="3"/>
            <c:bubble3D val="0"/>
            <c:spPr/>
            <c:extLst>
              <c:ext xmlns:c16="http://schemas.microsoft.com/office/drawing/2014/chart" uri="{C3380CC4-5D6E-409C-BE32-E72D297353CC}">
                <c16:uniqueId val="{00000000-089C-4C17-BFBB-064E0A55E256}"/>
              </c:ext>
            </c:extLst>
          </c:dPt>
          <c:dPt>
            <c:idx val="4"/>
            <c:bubble3D val="0"/>
            <c:spPr/>
            <c:extLst>
              <c:ext xmlns:c16="http://schemas.microsoft.com/office/drawing/2014/chart" uri="{C3380CC4-5D6E-409C-BE32-E72D297353CC}">
                <c16:uniqueId val="{00000001-089C-4C17-BFBB-064E0A55E256}"/>
              </c:ext>
            </c:extLst>
          </c:dPt>
          <c:dPt>
            <c:idx val="5"/>
            <c:bubble3D val="0"/>
            <c:spPr>
              <a:solidFill>
                <a:srgbClr val="75113F"/>
              </a:solidFill>
            </c:spPr>
            <c:extLst>
              <c:ext xmlns:c16="http://schemas.microsoft.com/office/drawing/2014/chart" uri="{C3380CC4-5D6E-409C-BE32-E72D297353CC}">
                <c16:uniqueId val="{00000002-089C-4C17-BFBB-064E0A55E256}"/>
              </c:ext>
            </c:extLst>
          </c:dPt>
          <c:dLbls>
            <c:dLbl>
              <c:idx val="0"/>
              <c:numFmt formatCode="0.0%" sourceLinked="0"/>
              <c:spPr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c:spPr>
              <c:txPr>
                <a:bodyPr/>
                <a:lstStyle/>
                <a:p>
                  <a:pPr>
                    <a:defRPr sz="1300">
                      <a:solidFill>
                        <a:srgbClr val="000000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0-F449-49B2-82E4-E6C1C5AA0902}"/>
                </c:ext>
              </c:extLst>
            </c:dLbl>
            <c:dLbl>
              <c:idx val="1"/>
              <c:numFmt formatCode="0.0%" sourceLinked="0"/>
              <c:spPr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c:spPr>
              <c:txPr>
                <a:bodyPr/>
                <a:lstStyle/>
                <a:p>
                  <a:pPr>
                    <a:defRPr sz="1300">
                      <a:solidFill>
                        <a:srgbClr val="000000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F449-49B2-82E4-E6C1C5AA0902}"/>
                </c:ext>
              </c:extLst>
            </c:dLbl>
            <c:dLbl>
              <c:idx val="2"/>
              <c:numFmt formatCode="0.0%" sourceLinked="0"/>
              <c:spPr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c:spPr>
              <c:txPr>
                <a:bodyPr/>
                <a:lstStyle/>
                <a:p>
                  <a:pPr>
                    <a:defRPr sz="1300">
                      <a:solidFill>
                        <a:srgbClr val="000000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F449-49B2-82E4-E6C1C5AA0902}"/>
                </c:ext>
              </c:extLst>
            </c:dLbl>
            <c:spPr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c:spPr>
            <c:txPr>
              <a:bodyPr/>
              <a:lstStyle/>
              <a:p>
                <a:pPr>
                  <a:defRPr sz="1300"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&lt;1 Year</c:v>
                </c:pt>
                <c:pt idx="1">
                  <c:v>1-3 Years</c:v>
                </c:pt>
                <c:pt idx="2">
                  <c:v>3-5 Years</c:v>
                </c:pt>
                <c:pt idx="3">
                  <c:v>5-7 Years</c:v>
                </c:pt>
                <c:pt idx="4">
                  <c:v>7-10 Years</c:v>
                </c:pt>
                <c:pt idx="5">
                  <c:v>10-15 Years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20</c:v>
                </c:pt>
                <c:pt idx="2">
                  <c:v>10</c:v>
                </c:pt>
                <c:pt idx="3">
                  <c:v>12.5</c:v>
                </c:pt>
                <c:pt idx="4">
                  <c:v>17.5</c:v>
                </c:pt>
                <c:pt idx="5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449-49B2-82E4-E6C1C5AA0902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anchor="b" anchorCtr="1"/>
          <a:lstStyle/>
          <a:p>
            <a:pPr>
              <a:defRPr>
                <a:ln>
                  <a:noFill/>
                </a:ln>
              </a:defRPr>
            </a:pPr>
            <a:r>
              <a:rPr lang="en-US" sz="1500" dirty="0">
                <a:ln>
                  <a:noFill/>
                </a:ln>
              </a:rPr>
              <a:t>Current Portfolio</a:t>
            </a:r>
          </a:p>
        </c:rich>
      </c:tx>
      <c:layout>
        <c:manualLayout>
          <c:xMode val="edge"/>
          <c:yMode val="edge"/>
          <c:x val="0.35602002117797793"/>
          <c:y val="0.93153453051553337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Bond Types</c:v>
                </c:pt>
              </c:strCache>
            </c:strRef>
          </c:tx>
          <c:dLbls>
            <c:dLbl>
              <c:idx val="0"/>
              <c:numFmt formatCode="0.0%" sourceLinked="0"/>
              <c:spPr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c:spPr>
              <c:txPr>
                <a:bodyPr/>
                <a:lstStyle/>
                <a:p>
                  <a:pPr>
                    <a:defRPr sz="1300">
                      <a:solidFill>
                        <a:srgbClr val="000000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0-F8F3-4B30-A4D1-9DA08B651B57}"/>
                </c:ext>
              </c:extLst>
            </c:dLbl>
            <c:dLbl>
              <c:idx val="1"/>
              <c:numFmt formatCode="0.0%" sourceLinked="0"/>
              <c:spPr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c:spPr>
              <c:txPr>
                <a:bodyPr/>
                <a:lstStyle/>
                <a:p>
                  <a:pPr>
                    <a:defRPr sz="1300">
                      <a:solidFill>
                        <a:srgbClr val="000000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F8F3-4B30-A4D1-9DA08B651B57}"/>
                </c:ext>
              </c:extLst>
            </c:dLbl>
            <c:dLbl>
              <c:idx val="2"/>
              <c:numFmt formatCode="0.0%" sourceLinked="0"/>
              <c:spPr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c:spPr>
              <c:txPr>
                <a:bodyPr/>
                <a:lstStyle/>
                <a:p>
                  <a:pPr>
                    <a:defRPr sz="1300">
                      <a:solidFill>
                        <a:srgbClr val="000000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F8F3-4B30-A4D1-9DA08B651B57}"/>
                </c:ext>
              </c:extLst>
            </c:dLbl>
            <c:spPr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c:spPr>
            <c:txPr>
              <a:bodyPr/>
              <a:lstStyle/>
              <a:p>
                <a:pPr>
                  <a:defRPr sz="1300"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General Obligation</c:v>
                </c:pt>
                <c:pt idx="1">
                  <c:v>Revenue Bonds</c:v>
                </c:pt>
                <c:pt idx="2">
                  <c:v>Certificate Participation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530000</c:v>
                </c:pt>
                <c:pt idx="1">
                  <c:v>300000</c:v>
                </c:pt>
                <c:pt idx="2">
                  <c:v>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8F3-4B30-A4D1-9DA08B651B57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anchor="b" anchorCtr="1"/>
          <a:lstStyle/>
          <a:p>
            <a:pPr>
              <a:defRPr>
                <a:ln>
                  <a:noFill/>
                </a:ln>
              </a:defRPr>
            </a:pPr>
            <a:r>
              <a:rPr lang="en-US" sz="1500" dirty="0">
                <a:ln>
                  <a:noFill/>
                </a:ln>
              </a:rPr>
              <a:t>Current Portfolio</a:t>
            </a:r>
          </a:p>
        </c:rich>
      </c:tx>
      <c:layout>
        <c:manualLayout>
          <c:xMode val="edge"/>
          <c:yMode val="edge"/>
          <c:x val="0.35813815253247622"/>
          <c:y val="0.93153453051553337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Bond Types</c:v>
                </c:pt>
              </c:strCache>
            </c:strRef>
          </c:tx>
          <c:dLbls>
            <c:numFmt formatCode="0.0%" sourceLinked="0"/>
            <c:spPr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c:spPr>
            <c:txPr>
              <a:bodyPr/>
              <a:lstStyle/>
              <a:p>
                <a:pPr>
                  <a:defRPr sz="1300"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General Obligation</c:v>
                </c:pt>
                <c:pt idx="1">
                  <c:v>Revenue Bonds</c:v>
                </c:pt>
                <c:pt idx="2">
                  <c:v>Certificate Participation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530000</c:v>
                </c:pt>
                <c:pt idx="1">
                  <c:v>300000</c:v>
                </c:pt>
                <c:pt idx="2">
                  <c:v>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385-4B06-BB1D-F690F78ACB34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500" dirty="0"/>
              <a:t>Genter</a:t>
            </a:r>
            <a:r>
              <a:rPr lang="en-US" sz="1500" baseline="0" dirty="0"/>
              <a:t> Municipal Quality Intermediate</a:t>
            </a:r>
            <a:endParaRPr lang="en-US" sz="1500" dirty="0"/>
          </a:p>
        </c:rich>
      </c:tx>
      <c:layout>
        <c:manualLayout>
          <c:xMode val="edge"/>
          <c:yMode val="edge"/>
          <c:x val="0.25646784751655771"/>
          <c:y val="0.93153453051553337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Bond Types</c:v>
                </c:pt>
              </c:strCache>
            </c:strRef>
          </c:tx>
          <c:dLbls>
            <c:spPr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c:spPr>
            <c:txPr>
              <a:bodyPr/>
              <a:lstStyle/>
              <a:p>
                <a:pPr>
                  <a:defRPr sz="1300"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BBB</c:v>
                </c:pt>
                <c:pt idx="1">
                  <c:v>Treasury Escrowed</c:v>
                </c:pt>
                <c:pt idx="2">
                  <c:v>AAA</c:v>
                </c:pt>
                <c:pt idx="3">
                  <c:v>AA</c:v>
                </c:pt>
                <c:pt idx="4">
                  <c:v>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45</c:v>
                </c:pt>
                <c:pt idx="4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39A-4F1F-8DBA-C4CC8983EC05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anchor="b" anchorCtr="1"/>
          <a:lstStyle/>
          <a:p>
            <a:pPr>
              <a:defRPr>
                <a:ln>
                  <a:noFill/>
                </a:ln>
              </a:defRPr>
            </a:pPr>
            <a:r>
              <a:rPr lang="en-US" sz="1500" dirty="0">
                <a:ln>
                  <a:noFill/>
                </a:ln>
              </a:rPr>
              <a:t>Current Portfolio</a:t>
            </a:r>
          </a:p>
        </c:rich>
      </c:tx>
      <c:layout>
        <c:manualLayout>
          <c:xMode val="edge"/>
          <c:yMode val="edge"/>
          <c:x val="0.37931946607745931"/>
          <c:y val="0.93153453051553337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Bond Types</c:v>
                </c:pt>
              </c:strCache>
            </c:strRef>
          </c:tx>
          <c:dLbls>
            <c:numFmt formatCode="0.0%" sourceLinked="0"/>
            <c:spPr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c:spPr>
            <c:txPr>
              <a:bodyPr/>
              <a:lstStyle/>
              <a:p>
                <a:pPr>
                  <a:defRPr sz="1300"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General Obligation</c:v>
                </c:pt>
                <c:pt idx="1">
                  <c:v>Revenue Bonds</c:v>
                </c:pt>
                <c:pt idx="2">
                  <c:v>Certificate Participation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530000</c:v>
                </c:pt>
                <c:pt idx="1">
                  <c:v>300000</c:v>
                </c:pt>
                <c:pt idx="2">
                  <c:v>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976-414C-906C-8279BC513B81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500" dirty="0"/>
              <a:t>Genter Municipal Quality Intermediate</a:t>
            </a:r>
          </a:p>
        </c:rich>
      </c:tx>
      <c:layout>
        <c:manualLayout>
          <c:xMode val="edge"/>
          <c:yMode val="edge"/>
          <c:x val="0.25646784751655771"/>
          <c:y val="0.93153453051553337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Bond Types</c:v>
                </c:pt>
              </c:strCache>
            </c:strRef>
          </c:tx>
          <c:dLbls>
            <c:numFmt formatCode="0.0%" sourceLinked="0"/>
            <c:spPr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c:spPr>
            <c:txPr>
              <a:bodyPr/>
              <a:lstStyle/>
              <a:p>
                <a:pPr>
                  <a:defRPr sz="1300"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CA</c:v>
                </c:pt>
                <c:pt idx="1">
                  <c:v>IA</c:v>
                </c:pt>
                <c:pt idx="2">
                  <c:v>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E2A-4197-8E34-AD4CC9F502AA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47" tIns="46223" rIns="92447" bIns="46223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72" y="0"/>
            <a:ext cx="3011699" cy="461804"/>
          </a:xfrm>
          <a:prstGeom prst="rect">
            <a:avLst/>
          </a:prstGeom>
        </p:spPr>
        <p:txBody>
          <a:bodyPr vert="horz" lIns="92447" tIns="46223" rIns="92447" bIns="46223" rtlCol="0"/>
          <a:lstStyle>
            <a:lvl1pPr algn="r">
              <a:defRPr sz="1200"/>
            </a:lvl1pPr>
          </a:lstStyle>
          <a:p>
            <a:fld id="{209D7C4F-3E75-4443-B776-15DA4DAAB4A5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693738"/>
            <a:ext cx="6153150" cy="34623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7" tIns="46223" rIns="92447" bIns="46223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47" tIns="46223" rIns="92447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47" tIns="46223" rIns="92447" bIns="46223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72" y="8772668"/>
            <a:ext cx="3011699" cy="461804"/>
          </a:xfrm>
          <a:prstGeom prst="rect">
            <a:avLst/>
          </a:prstGeom>
        </p:spPr>
        <p:txBody>
          <a:bodyPr vert="horz" lIns="92447" tIns="46223" rIns="92447" bIns="46223" rtlCol="0" anchor="b"/>
          <a:lstStyle>
            <a:lvl1pPr algn="r">
              <a:defRPr sz="1200"/>
            </a:lvl1pPr>
          </a:lstStyle>
          <a:p>
            <a:fld id="{58C7D02B-320B-4B95-BC2F-39F0EE80B6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138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86E2A-C767-4ED4-8FFA-489C4E1ECA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023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E5413-479C-BE1B-3C0B-1301A48FA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B97AA414-B901-41C2-A4F9-0B2FC4C198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6875" y="693738"/>
            <a:ext cx="6159500" cy="3463925"/>
          </a:xfrm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739362F-125A-E676-4C62-6439133636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960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D238E-1D8A-4BF1-8F41-8D706C146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8F205315-9166-EB04-F5C6-9624A4FB41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0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5C477A-CCED-47E7-9909-FBB9AFE99600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0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CA8CA497-D535-C238-2993-5B98CDF4F1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7988" y="665163"/>
            <a:ext cx="5883275" cy="33099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FC895ACF-4655-E1E6-9ADD-456C59B370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7178" y="4191761"/>
            <a:ext cx="5334361" cy="3969896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730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DACCE-72A4-CAFA-44F8-A55BC9140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0B8946FE-8C28-7CA8-B98A-60AFEA68AA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0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5C477A-CCED-47E7-9909-FBB9AFE99600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0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4B820BFA-068E-A443-663C-C2518E3058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7988" y="665163"/>
            <a:ext cx="5883275" cy="33099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64831F87-1C6A-70B7-339C-5F35DA5E28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7178" y="4191761"/>
            <a:ext cx="5334361" cy="3969896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136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61BE5-6296-4B43-76D9-F913C8ECA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D363C559-7CA7-1552-F8A5-E412D4E500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0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5C477A-CCED-47E7-9909-FBB9AFE99600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0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62E377D3-5023-0CDD-CB61-F9963F94B4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7988" y="665163"/>
            <a:ext cx="5883275" cy="33099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516DA348-8BA8-02E2-E8E8-60E076EA0A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7178" y="4191761"/>
            <a:ext cx="5334361" cy="3969896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02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65A56-DCE7-6C20-FCDD-99558DCC6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32CD7E13-AA57-AA90-3843-B88F632C92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0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5C477A-CCED-47E7-9909-FBB9AFE99600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0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C6D9729F-18D7-9C6F-F39C-AF3AC27033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7988" y="665163"/>
            <a:ext cx="5883275" cy="33099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7F081FB2-1ABD-22DF-9B6C-4218E75D9C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7178" y="4191761"/>
            <a:ext cx="5334361" cy="3969896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92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1A6C8-7C9B-2741-2899-8346697A5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8AF0AE7A-7FA4-C270-170F-24E2971BA9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0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5C477A-CCED-47E7-9909-FBB9AFE99600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0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10957132-828C-B194-1552-F7357F246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7988" y="665163"/>
            <a:ext cx="5883275" cy="33099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FEFC60F8-B484-78FA-A705-522389C3C3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7178" y="4191761"/>
            <a:ext cx="5334361" cy="3969896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315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2D8AA-4343-4963-ABB2-4E6673600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8CE31B20-4A87-FDC4-9F15-8F64C4DA4F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0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5C477A-CCED-47E7-9909-FBB9AFE99600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0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6A20BC35-5713-8BC4-116F-25D0FE3BA6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7988" y="665163"/>
            <a:ext cx="5883275" cy="33099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5416FB58-49AC-E537-1720-BCB1DF037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7178" y="4191761"/>
            <a:ext cx="5334361" cy="3969896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469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FED00-ACFC-7E8E-45EF-99E86BF8C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BE55BA9C-72A6-03F1-0E09-1E41423F63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0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5C477A-CCED-47E7-9909-FBB9AFE99600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0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DBB3684A-75E8-2D62-54D1-33E4DB3CC7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7988" y="665163"/>
            <a:ext cx="5883275" cy="33099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3655BFAE-E849-71AB-AA11-BD270E17EA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7178" y="4191761"/>
            <a:ext cx="5334361" cy="3969896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071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C8EB0-DE1A-FF34-B7EC-E8935E7C2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79E94FCA-9A1D-2AEA-F8E9-2F2A28757B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0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5C477A-CCED-47E7-9909-FBB9AFE99600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0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F5FA4B45-FF91-EF49-EE1F-3510E7F2A1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7988" y="665163"/>
            <a:ext cx="5883275" cy="33099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119D860-E9D2-4F70-1BD6-D8FD83E245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7178" y="4191761"/>
            <a:ext cx="5334361" cy="3969896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2142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01FE6-F111-7B95-A68D-FEECCB173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1F7DA3C6-E1CE-C9C1-3320-8EC4F2719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0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5C477A-CCED-47E7-9909-FBB9AFE99600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0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0ECCAD13-02ED-DDC2-C457-67FB9F7E6F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7988" y="665163"/>
            <a:ext cx="5883275" cy="33099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A2301B30-A45F-F9A0-B120-F2CEFAE376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7178" y="4191761"/>
            <a:ext cx="5334361" cy="3969896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611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66B02-E2FD-5E32-AECB-C5C1E0CA0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D9C932EF-B95D-FC06-F137-26379CC525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0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5C477A-CCED-47E7-9909-FBB9AFE99600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0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8F5FF8CE-145F-A042-6C38-D1E243F878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7988" y="665163"/>
            <a:ext cx="5883275" cy="33099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C357B54B-E6FD-606E-A1F8-BE97CE6950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7178" y="4191761"/>
            <a:ext cx="5334361" cy="3969896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166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9.xml"/></Relationships>
</file>

<file path=ppt/slideLayouts/_rels/slideLayout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9.xml"/></Relationships>
</file>

<file path=ppt/slideLayouts/_rels/slideLayout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9.xml"/></Relationships>
</file>

<file path=ppt/slideLayouts/_rels/slideLayout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9.xml"/></Relationships>
</file>

<file path=ppt/slideLayouts/_rels/slideLayout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9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9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9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7710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85609"/>
            <a:ext cx="10972800" cy="44868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86791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600"/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901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22895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1013295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1350" b="1"/>
            </a:lvl1pPr>
            <a:lvl2pPr>
              <a:buNone/>
              <a:defRPr sz="1050" b="1"/>
            </a:lvl2pPr>
            <a:lvl3pPr>
              <a:buNone/>
              <a:defRPr sz="1050" b="1"/>
            </a:lvl3pPr>
            <a:lvl4pPr>
              <a:buNone/>
              <a:defRPr sz="1050" b="1"/>
            </a:lvl4pPr>
            <a:lvl5pPr>
              <a:buNone/>
              <a:defRPr sz="105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09600" y="723735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96517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600"/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087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9864"/>
            <a:ext cx="10972800" cy="41778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840467"/>
            <a:ext cx="10972800" cy="3978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1801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128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0" y="838200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1800" b="1"/>
            </a:lvl1pPr>
            <a:lvl2pPr>
              <a:buNone/>
              <a:defRPr sz="1400" b="1"/>
            </a:lvl2pPr>
            <a:lvl3pPr>
              <a:buNone/>
              <a:defRPr sz="1400" b="1"/>
            </a:lvl3pPr>
            <a:lvl4pPr>
              <a:buNone/>
              <a:defRPr sz="1400" b="1"/>
            </a:lvl4pPr>
            <a:lvl5pPr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402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519767" y="1339851"/>
            <a:ext cx="9152467" cy="41783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DCB6FB9-2B60-4A1D-B326-65A4DBE709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160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95708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728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28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B64B0E15-D0D7-F77B-B048-FC1EA88E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8676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728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28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47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7DFE-04AD-CB3A-CBBE-5D92FA633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964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477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85609"/>
            <a:ext cx="10972800" cy="44868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86791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600"/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422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22895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1013295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1350" b="1"/>
            </a:lvl1pPr>
            <a:lvl2pPr>
              <a:buNone/>
              <a:defRPr sz="1050" b="1"/>
            </a:lvl2pPr>
            <a:lvl3pPr>
              <a:buNone/>
              <a:defRPr sz="1050" b="1"/>
            </a:lvl3pPr>
            <a:lvl4pPr>
              <a:buNone/>
              <a:defRPr sz="1050" b="1"/>
            </a:lvl4pPr>
            <a:lvl5pPr>
              <a:buNone/>
              <a:defRPr sz="105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09600" y="723735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96517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600"/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312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9864"/>
            <a:ext cx="10972800" cy="41778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840467"/>
            <a:ext cx="10972800" cy="3978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1678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682875"/>
            <a:ext cx="10363200" cy="1130300"/>
          </a:xfrm>
        </p:spPr>
        <p:txBody>
          <a:bodyPr anchor="t"/>
          <a:lstStyle>
            <a:lvl1pPr algn="ctr">
              <a:defRPr sz="2800" b="1" cap="none" baseline="0">
                <a:solidFill>
                  <a:srgbClr val="323232"/>
                </a:solidFill>
                <a:latin typeface="Raleway" panose="020B05030301010600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100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100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483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1398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519767" y="1339851"/>
            <a:ext cx="9152467" cy="41783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DCB6FB9-2B60-4A1D-B326-65A4DBE709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867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6234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85609"/>
            <a:ext cx="10972800" cy="44868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86791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600"/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1792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22895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1013295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1350" b="1"/>
            </a:lvl1pPr>
            <a:lvl2pPr>
              <a:buNone/>
              <a:defRPr sz="1050" b="1"/>
            </a:lvl2pPr>
            <a:lvl3pPr>
              <a:buNone/>
              <a:defRPr sz="1050" b="1"/>
            </a:lvl3pPr>
            <a:lvl4pPr>
              <a:buNone/>
              <a:defRPr sz="1050" b="1"/>
            </a:lvl4pPr>
            <a:lvl5pPr>
              <a:buNone/>
              <a:defRPr sz="105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09600" y="723735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96517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600"/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497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9864"/>
            <a:ext cx="10972800" cy="41778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840467"/>
            <a:ext cx="10972800" cy="3978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07969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9728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519550A-9344-43F3-BA0D-4C291936E25D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9482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703654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11582400" y="6450830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519767" y="1339851"/>
            <a:ext cx="9152467" cy="41783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DCB6FB9-2B60-4A1D-B326-65A4DBE709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7903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2400" y="6450830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884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682875"/>
            <a:ext cx="10363200" cy="1130300"/>
          </a:xfrm>
        </p:spPr>
        <p:txBody>
          <a:bodyPr anchor="t"/>
          <a:lstStyle>
            <a:lvl1pPr algn="ctr">
              <a:defRPr sz="2800" b="1" cap="none" baseline="0">
                <a:solidFill>
                  <a:srgbClr val="323232"/>
                </a:solidFill>
                <a:latin typeface="Raleway" panose="020B05030301010600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9237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582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0" y="838200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1800" b="1"/>
            </a:lvl1pPr>
            <a:lvl2pPr>
              <a:buNone/>
              <a:defRPr sz="1400" b="1"/>
            </a:lvl2pPr>
            <a:lvl3pPr>
              <a:buNone/>
              <a:defRPr sz="1400" b="1"/>
            </a:lvl3pPr>
            <a:lvl4pPr>
              <a:buNone/>
              <a:defRPr sz="1400" b="1"/>
            </a:lvl4pPr>
            <a:lvl5pPr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0"/>
            <a:ext cx="609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094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32425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519767" y="1339851"/>
            <a:ext cx="9152467" cy="41783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DCB6FB9-2B60-4A1D-B326-65A4DBE709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" y="5852162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112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pendix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682875"/>
            <a:ext cx="10363200" cy="1130300"/>
          </a:xfrm>
        </p:spPr>
        <p:txBody>
          <a:bodyPr anchor="t"/>
          <a:lstStyle>
            <a:lvl1pPr algn="ctr">
              <a:defRPr sz="2800" b="1" cap="none" baseline="0">
                <a:solidFill>
                  <a:srgbClr val="323232"/>
                </a:solidFill>
                <a:latin typeface="Raleway" panose="020B05030301010600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3746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1787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270236-CF31-4134-9DAF-FE21E089A4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" y="5852159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9823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66567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52724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58568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85610"/>
            <a:ext cx="10972800" cy="44868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546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46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86791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437"/>
            </a:lvl1pPr>
            <a:lvl2pPr marL="249625" indent="0">
              <a:buNone/>
              <a:defRPr sz="546"/>
            </a:lvl2pPr>
            <a:lvl3pPr marL="499249" indent="0">
              <a:buNone/>
              <a:defRPr sz="546"/>
            </a:lvl3pPr>
            <a:lvl4pPr marL="748873" indent="0">
              <a:buNone/>
              <a:defRPr sz="546"/>
            </a:lvl4pPr>
            <a:lvl5pPr marL="998497" indent="0">
              <a:buNone/>
              <a:defRPr sz="546"/>
            </a:lvl5pPr>
          </a:lstStyle>
          <a:p>
            <a:pPr lvl="0"/>
            <a:endParaRPr lang="en-US" dirty="0"/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0DD1D765-1210-2695-83D5-203ED3B96F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 sz="1588" dirty="0"/>
              <a:t>Balanced Growth with Dividend Income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2776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22895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1013295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983" b="1"/>
            </a:lvl1pPr>
            <a:lvl2pPr>
              <a:buNone/>
              <a:defRPr sz="764" b="1"/>
            </a:lvl2pPr>
            <a:lvl3pPr>
              <a:buNone/>
              <a:defRPr sz="764" b="1"/>
            </a:lvl3pPr>
            <a:lvl4pPr>
              <a:buNone/>
              <a:defRPr sz="764" b="1"/>
            </a:lvl4pPr>
            <a:lvl5pPr>
              <a:buNone/>
              <a:defRPr sz="764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546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46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96517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437"/>
            </a:lvl1pPr>
            <a:lvl2pPr marL="249625" indent="0">
              <a:buNone/>
              <a:defRPr sz="546"/>
            </a:lvl2pPr>
            <a:lvl3pPr marL="499249" indent="0">
              <a:buNone/>
              <a:defRPr sz="546"/>
            </a:lvl3pPr>
            <a:lvl4pPr marL="748873" indent="0">
              <a:buNone/>
              <a:defRPr sz="546"/>
            </a:lvl4pPr>
            <a:lvl5pPr marL="998497" indent="0">
              <a:buNone/>
              <a:defRPr sz="546"/>
            </a:lvl5pPr>
          </a:lstStyle>
          <a:p>
            <a:pPr lvl="0"/>
            <a:endParaRPr lang="en-US" dirty="0"/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BF5A11C5-637D-B90A-ECE3-BB64EF74C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67099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9864"/>
            <a:ext cx="10972800" cy="41778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546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46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3C489592-896B-AD05-AA72-D6AB0756F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 sz="1588" dirty="0"/>
              <a:t>Assets Under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77180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728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28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084972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038"/>
            </a:lvl1pPr>
            <a:lvl2pPr>
              <a:defRPr sz="1747"/>
            </a:lvl2pPr>
            <a:lvl3pPr>
              <a:defRPr sz="1456"/>
            </a:lvl3pPr>
            <a:lvl4pPr>
              <a:defRPr sz="1310"/>
            </a:lvl4pPr>
            <a:lvl5pPr>
              <a:defRPr sz="1310"/>
            </a:lvl5pPr>
            <a:lvl6pPr>
              <a:defRPr sz="1310"/>
            </a:lvl6pPr>
            <a:lvl7pPr>
              <a:defRPr sz="1310"/>
            </a:lvl7pPr>
            <a:lvl8pPr>
              <a:defRPr sz="1310"/>
            </a:lvl8pPr>
            <a:lvl9pPr>
              <a:defRPr sz="13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038"/>
            </a:lvl1pPr>
            <a:lvl2pPr>
              <a:defRPr sz="1747"/>
            </a:lvl2pPr>
            <a:lvl3pPr>
              <a:defRPr sz="1456"/>
            </a:lvl3pPr>
            <a:lvl4pPr>
              <a:defRPr sz="1310"/>
            </a:lvl4pPr>
            <a:lvl5pPr>
              <a:defRPr sz="1310"/>
            </a:lvl5pPr>
            <a:lvl6pPr>
              <a:defRPr sz="1310"/>
            </a:lvl6pPr>
            <a:lvl7pPr>
              <a:defRPr sz="1310"/>
            </a:lvl7pPr>
            <a:lvl8pPr>
              <a:defRPr sz="1310"/>
            </a:lvl8pPr>
            <a:lvl9pPr>
              <a:defRPr sz="13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0942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728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28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9296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728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28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B64B0E15-D0D7-F77B-B048-FC1EA88E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67157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4935" y="3451226"/>
            <a:ext cx="11142133" cy="1470025"/>
          </a:xfrm>
        </p:spPr>
        <p:txBody>
          <a:bodyPr/>
          <a:lstStyle>
            <a:lvl1pPr algn="ctr">
              <a:defRPr sz="233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306499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mtClean="0"/>
            </a:lvl1pPr>
          </a:lstStyle>
          <a:p>
            <a:fld id="{0BFDDFFD-9491-4FF8-A5D6-59B03CF0975B}" type="slidenum">
              <a:rPr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9436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447800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838200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1310" b="1"/>
            </a:lvl1pPr>
            <a:lvl2pPr>
              <a:buNone/>
              <a:defRPr sz="1019" b="1"/>
            </a:lvl2pPr>
            <a:lvl3pPr>
              <a:buNone/>
              <a:defRPr sz="1019" b="1"/>
            </a:lvl3pPr>
            <a:lvl4pPr>
              <a:buNone/>
              <a:defRPr sz="1019" b="1"/>
            </a:lvl4pPr>
            <a:lvl5pPr>
              <a:buNone/>
              <a:defRPr sz="1019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5866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519768" y="1339852"/>
            <a:ext cx="9152467" cy="4178300"/>
          </a:xfrm>
        </p:spPr>
        <p:txBody>
          <a:bodyPr>
            <a:normAutofit/>
          </a:bodyPr>
          <a:lstStyle>
            <a:lvl1pPr marL="0" indent="0">
              <a:buNone/>
              <a:defRPr sz="1456"/>
            </a:lvl1pPr>
            <a:lvl2pPr>
              <a:defRPr sz="1310"/>
            </a:lvl2pPr>
            <a:lvl3pPr>
              <a:defRPr sz="1165"/>
            </a:lvl3pPr>
            <a:lvl4pPr>
              <a:defRPr sz="1019"/>
            </a:lvl4pPr>
            <a:lvl5pPr>
              <a:defRPr sz="101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DCB6FB9-2B60-4A1D-B326-65A4DBE709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3350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pendix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682876"/>
            <a:ext cx="10363200" cy="1130300"/>
          </a:xfrm>
        </p:spPr>
        <p:txBody>
          <a:bodyPr anchor="t"/>
          <a:lstStyle>
            <a:lvl1pPr algn="ctr">
              <a:defRPr sz="2038" b="1" cap="none" baseline="0">
                <a:solidFill>
                  <a:srgbClr val="323232"/>
                </a:solidFill>
                <a:latin typeface="Raleway" panose="020B05030301010600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5612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25329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270236-CF31-4134-9DAF-FE21E089A4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64345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7247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948094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CC186-6311-4F7C-BEB4-84825B0DA0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1855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CC186-6311-4F7C-BEB4-84825B0DA0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02968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9728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519550A-9344-43F3-BA0D-4C291936E25D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9682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57028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85609"/>
            <a:ext cx="10972800" cy="44868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7817462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22895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1013295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1350" b="1"/>
            </a:lvl1pPr>
            <a:lvl2pPr>
              <a:buNone/>
              <a:defRPr sz="1050" b="1"/>
            </a:lvl2pPr>
            <a:lvl3pPr>
              <a:buNone/>
              <a:defRPr sz="1050" b="1"/>
            </a:lvl3pPr>
            <a:lvl4pPr>
              <a:buNone/>
              <a:defRPr sz="1050" b="1"/>
            </a:lvl4pPr>
            <a:lvl5pPr>
              <a:buNone/>
              <a:defRPr sz="105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09600" y="723735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675993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9864"/>
            <a:ext cx="10972800" cy="41778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840467"/>
            <a:ext cx="10972800" cy="3978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587526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2400" y="6450830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12416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682875"/>
            <a:ext cx="10363200" cy="1130300"/>
          </a:xfrm>
        </p:spPr>
        <p:txBody>
          <a:bodyPr anchor="t"/>
          <a:lstStyle>
            <a:lvl1pPr algn="ctr">
              <a:defRPr sz="2800" b="1" cap="none" baseline="0">
                <a:solidFill>
                  <a:srgbClr val="323232"/>
                </a:solidFill>
                <a:latin typeface="Raleway" panose="020B05030301010600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67389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19332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0" y="838200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1800" b="1"/>
            </a:lvl1pPr>
            <a:lvl2pPr>
              <a:buNone/>
              <a:defRPr sz="1400" b="1"/>
            </a:lvl2pPr>
            <a:lvl3pPr>
              <a:buNone/>
              <a:defRPr sz="1400" b="1"/>
            </a:lvl3pPr>
            <a:lvl4pPr>
              <a:buNone/>
              <a:defRPr sz="1400" b="1"/>
            </a:lvl4pPr>
            <a:lvl5pPr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92212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519767" y="1339851"/>
            <a:ext cx="9152467" cy="41783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DCB6FB9-2B60-4A1D-B326-65A4DBE709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58309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688450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28991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85610"/>
            <a:ext cx="10972800" cy="44868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546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46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86791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437"/>
            </a:lvl1pPr>
            <a:lvl2pPr marL="249625" indent="0">
              <a:buNone/>
              <a:defRPr sz="546"/>
            </a:lvl2pPr>
            <a:lvl3pPr marL="499249" indent="0">
              <a:buNone/>
              <a:defRPr sz="546"/>
            </a:lvl3pPr>
            <a:lvl4pPr marL="748873" indent="0">
              <a:buNone/>
              <a:defRPr sz="546"/>
            </a:lvl4pPr>
            <a:lvl5pPr marL="998497" indent="0">
              <a:buNone/>
              <a:defRPr sz="546"/>
            </a:lvl5pPr>
          </a:lstStyle>
          <a:p>
            <a:pPr lvl="0"/>
            <a:endParaRPr lang="en-US" dirty="0"/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0DD1D765-1210-2695-83D5-203ED3B96F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 sz="1588" dirty="0"/>
              <a:t>Balanced Growth with Dividend Income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35133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22895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1013295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983" b="1"/>
            </a:lvl1pPr>
            <a:lvl2pPr>
              <a:buNone/>
              <a:defRPr sz="764" b="1"/>
            </a:lvl2pPr>
            <a:lvl3pPr>
              <a:buNone/>
              <a:defRPr sz="764" b="1"/>
            </a:lvl3pPr>
            <a:lvl4pPr>
              <a:buNone/>
              <a:defRPr sz="764" b="1"/>
            </a:lvl4pPr>
            <a:lvl5pPr>
              <a:buNone/>
              <a:defRPr sz="764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546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46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96517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437"/>
            </a:lvl1pPr>
            <a:lvl2pPr marL="249625" indent="0">
              <a:buNone/>
              <a:defRPr sz="546"/>
            </a:lvl2pPr>
            <a:lvl3pPr marL="499249" indent="0">
              <a:buNone/>
              <a:defRPr sz="546"/>
            </a:lvl3pPr>
            <a:lvl4pPr marL="748873" indent="0">
              <a:buNone/>
              <a:defRPr sz="546"/>
            </a:lvl4pPr>
            <a:lvl5pPr marL="998497" indent="0">
              <a:buNone/>
              <a:defRPr sz="546"/>
            </a:lvl5pPr>
          </a:lstStyle>
          <a:p>
            <a:pPr lvl="0"/>
            <a:endParaRPr lang="en-US" dirty="0"/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BF5A11C5-637D-B90A-ECE3-BB64EF74C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5889948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9864"/>
            <a:ext cx="10972800" cy="41778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546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46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3C489592-896B-AD05-AA72-D6AB0756F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 sz="1588" dirty="0"/>
              <a:t>Assets Under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24461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728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28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283222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728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28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00851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4935" y="3451226"/>
            <a:ext cx="11142133" cy="1470025"/>
          </a:xfrm>
        </p:spPr>
        <p:txBody>
          <a:bodyPr/>
          <a:lstStyle>
            <a:lvl1pPr algn="ctr">
              <a:defRPr sz="233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81993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mtClean="0"/>
            </a:lvl1pPr>
          </a:lstStyle>
          <a:p>
            <a:fld id="{0BFDDFFD-9491-4FF8-A5D6-59B03CF0975B}" type="slidenum">
              <a:rPr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45183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447800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838200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1310" b="1"/>
            </a:lvl1pPr>
            <a:lvl2pPr>
              <a:buNone/>
              <a:defRPr sz="1019" b="1"/>
            </a:lvl2pPr>
            <a:lvl3pPr>
              <a:buNone/>
              <a:defRPr sz="1019" b="1"/>
            </a:lvl3pPr>
            <a:lvl4pPr>
              <a:buNone/>
              <a:defRPr sz="1019" b="1"/>
            </a:lvl4pPr>
            <a:lvl5pPr>
              <a:buNone/>
              <a:defRPr sz="1019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32294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519768" y="1339852"/>
            <a:ext cx="9152467" cy="4178300"/>
          </a:xfrm>
        </p:spPr>
        <p:txBody>
          <a:bodyPr>
            <a:normAutofit/>
          </a:bodyPr>
          <a:lstStyle>
            <a:lvl1pPr marL="0" indent="0">
              <a:buNone/>
              <a:defRPr sz="1456"/>
            </a:lvl1pPr>
            <a:lvl2pPr>
              <a:defRPr sz="1310"/>
            </a:lvl2pPr>
            <a:lvl3pPr>
              <a:defRPr sz="1165"/>
            </a:lvl3pPr>
            <a:lvl4pPr>
              <a:defRPr sz="1019"/>
            </a:lvl4pPr>
            <a:lvl5pPr>
              <a:defRPr sz="101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DCB6FB9-2B60-4A1D-B326-65A4DBE709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25881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pendix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682876"/>
            <a:ext cx="10363200" cy="1130300"/>
          </a:xfrm>
        </p:spPr>
        <p:txBody>
          <a:bodyPr anchor="t"/>
          <a:lstStyle>
            <a:lvl1pPr algn="ctr">
              <a:defRPr sz="2038" b="1" cap="none" baseline="0">
                <a:solidFill>
                  <a:srgbClr val="323232"/>
                </a:solidFill>
                <a:latin typeface="Raleway" panose="020B05030301010600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83622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80725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270236-CF31-4134-9DAF-FE21E089A4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58431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88235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568589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CC186-6311-4F7C-BEB4-84825B0DA0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42185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CC186-6311-4F7C-BEB4-84825B0DA0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8537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53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3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B64B0E15-D0D7-F77B-B048-FC1EA88E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141975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08191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85611"/>
            <a:ext cx="10972800" cy="44868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397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397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86791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319"/>
            </a:lvl1pPr>
            <a:lvl2pPr marL="181722" indent="0">
              <a:buNone/>
              <a:defRPr sz="397"/>
            </a:lvl2pPr>
            <a:lvl3pPr marL="363443" indent="0">
              <a:buNone/>
              <a:defRPr sz="397"/>
            </a:lvl3pPr>
            <a:lvl4pPr marL="545164" indent="0">
              <a:buNone/>
              <a:defRPr sz="397"/>
            </a:lvl4pPr>
            <a:lvl5pPr marL="726886" indent="0">
              <a:buNone/>
              <a:defRPr sz="397"/>
            </a:lvl5pPr>
          </a:lstStyle>
          <a:p>
            <a:pPr lvl="0"/>
            <a:endParaRPr lang="en-US" dirty="0"/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0DD1D765-1210-2695-83D5-203ED3B96F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 sz="1156" dirty="0"/>
              <a:t>Balanced Growth with Dividend Income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22044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22895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1013295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716" b="1"/>
            </a:lvl1pPr>
            <a:lvl2pPr>
              <a:buNone/>
              <a:defRPr sz="556" b="1"/>
            </a:lvl2pPr>
            <a:lvl3pPr>
              <a:buNone/>
              <a:defRPr sz="556" b="1"/>
            </a:lvl3pPr>
            <a:lvl4pPr>
              <a:buNone/>
              <a:defRPr sz="556" b="1"/>
            </a:lvl4pPr>
            <a:lvl5pPr>
              <a:buNone/>
              <a:defRPr sz="556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397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397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96517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319"/>
            </a:lvl1pPr>
            <a:lvl2pPr marL="181722" indent="0">
              <a:buNone/>
              <a:defRPr sz="397"/>
            </a:lvl2pPr>
            <a:lvl3pPr marL="363443" indent="0">
              <a:buNone/>
              <a:defRPr sz="397"/>
            </a:lvl3pPr>
            <a:lvl4pPr marL="545164" indent="0">
              <a:buNone/>
              <a:defRPr sz="397"/>
            </a:lvl4pPr>
            <a:lvl5pPr marL="726886" indent="0">
              <a:buNone/>
              <a:defRPr sz="397"/>
            </a:lvl5pPr>
          </a:lstStyle>
          <a:p>
            <a:pPr lvl="0"/>
            <a:endParaRPr lang="en-US" dirty="0"/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BF5A11C5-637D-B90A-ECE3-BB64EF74C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95512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9864"/>
            <a:ext cx="10972800" cy="41778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397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397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3C489592-896B-AD05-AA72-D6AB0756F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 sz="1156" dirty="0"/>
              <a:t>Assets Under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55852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53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3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981426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1483"/>
            </a:lvl1pPr>
            <a:lvl2pPr>
              <a:defRPr sz="1272"/>
            </a:lvl2pPr>
            <a:lvl3pPr>
              <a:defRPr sz="1060"/>
            </a:lvl3pPr>
            <a:lvl4pPr>
              <a:defRPr sz="954"/>
            </a:lvl4pPr>
            <a:lvl5pPr>
              <a:defRPr sz="954"/>
            </a:lvl5pPr>
            <a:lvl6pPr>
              <a:defRPr sz="954"/>
            </a:lvl6pPr>
            <a:lvl7pPr>
              <a:defRPr sz="954"/>
            </a:lvl7pPr>
            <a:lvl8pPr>
              <a:defRPr sz="954"/>
            </a:lvl8pPr>
            <a:lvl9pPr>
              <a:defRPr sz="9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1483"/>
            </a:lvl1pPr>
            <a:lvl2pPr>
              <a:defRPr sz="1272"/>
            </a:lvl2pPr>
            <a:lvl3pPr>
              <a:defRPr sz="1060"/>
            </a:lvl3pPr>
            <a:lvl4pPr>
              <a:defRPr sz="954"/>
            </a:lvl4pPr>
            <a:lvl5pPr>
              <a:defRPr sz="954"/>
            </a:lvl5pPr>
            <a:lvl6pPr>
              <a:defRPr sz="954"/>
            </a:lvl6pPr>
            <a:lvl7pPr>
              <a:defRPr sz="954"/>
            </a:lvl7pPr>
            <a:lvl8pPr>
              <a:defRPr sz="954"/>
            </a:lvl8pPr>
            <a:lvl9pPr>
              <a:defRPr sz="9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49804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4936" y="3451226"/>
            <a:ext cx="11142133" cy="1470025"/>
          </a:xfrm>
        </p:spPr>
        <p:txBody>
          <a:bodyPr/>
          <a:lstStyle>
            <a:lvl1pPr algn="ctr">
              <a:defRPr sz="1696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727409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mtClean="0"/>
            </a:lvl1pPr>
          </a:lstStyle>
          <a:p>
            <a:fld id="{0BFDDFFD-9491-4FF8-A5D6-59B03CF0975B}" type="slidenum">
              <a:rPr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424"/>
            </a:lvl1pPr>
            <a:lvl2pPr marL="242295" indent="0">
              <a:buNone/>
              <a:defRPr sz="530"/>
            </a:lvl2pPr>
            <a:lvl3pPr marL="484591" indent="0">
              <a:buNone/>
              <a:defRPr sz="530"/>
            </a:lvl3pPr>
            <a:lvl4pPr marL="726886" indent="0">
              <a:buNone/>
              <a:defRPr sz="530"/>
            </a:lvl4pPr>
            <a:lvl5pPr marL="969181" indent="0">
              <a:buNone/>
              <a:defRPr sz="53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66589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447800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838200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954" b="1"/>
            </a:lvl1pPr>
            <a:lvl2pPr>
              <a:buNone/>
              <a:defRPr sz="742" b="1"/>
            </a:lvl2pPr>
            <a:lvl3pPr>
              <a:buNone/>
              <a:defRPr sz="742" b="1"/>
            </a:lvl3pPr>
            <a:lvl4pPr>
              <a:buNone/>
              <a:defRPr sz="742" b="1"/>
            </a:lvl4pPr>
            <a:lvl5pPr>
              <a:buNone/>
              <a:defRPr sz="742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424"/>
            </a:lvl1pPr>
            <a:lvl2pPr marL="242295" indent="0">
              <a:buNone/>
              <a:defRPr sz="530"/>
            </a:lvl2pPr>
            <a:lvl3pPr marL="484591" indent="0">
              <a:buNone/>
              <a:defRPr sz="530"/>
            </a:lvl3pPr>
            <a:lvl4pPr marL="726886" indent="0">
              <a:buNone/>
              <a:defRPr sz="530"/>
            </a:lvl4pPr>
            <a:lvl5pPr marL="969181" indent="0">
              <a:buNone/>
              <a:defRPr sz="53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9245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519769" y="1339853"/>
            <a:ext cx="9152467" cy="4178300"/>
          </a:xfrm>
        </p:spPr>
        <p:txBody>
          <a:bodyPr>
            <a:normAutofit/>
          </a:bodyPr>
          <a:lstStyle>
            <a:lvl1pPr marL="0" indent="0">
              <a:buNone/>
              <a:defRPr sz="1060"/>
            </a:lvl1pPr>
            <a:lvl2pPr>
              <a:defRPr sz="954"/>
            </a:lvl2pPr>
            <a:lvl3pPr>
              <a:defRPr sz="848"/>
            </a:lvl3pPr>
            <a:lvl4pPr>
              <a:defRPr sz="742"/>
            </a:lvl4pPr>
            <a:lvl5pPr>
              <a:defRPr sz="742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DCB6FB9-2B60-4A1D-B326-65A4DBE709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424"/>
            </a:lvl1pPr>
            <a:lvl2pPr marL="242295" indent="0">
              <a:buNone/>
              <a:defRPr sz="530"/>
            </a:lvl2pPr>
            <a:lvl3pPr marL="484591" indent="0">
              <a:buNone/>
              <a:defRPr sz="530"/>
            </a:lvl3pPr>
            <a:lvl4pPr marL="726886" indent="0">
              <a:buNone/>
              <a:defRPr sz="530"/>
            </a:lvl4pPr>
            <a:lvl5pPr marL="969181" indent="0">
              <a:buNone/>
              <a:defRPr sz="53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84387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pendix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682877"/>
            <a:ext cx="10363200" cy="1130300"/>
          </a:xfrm>
        </p:spPr>
        <p:txBody>
          <a:bodyPr anchor="t"/>
          <a:lstStyle>
            <a:lvl1pPr algn="ctr">
              <a:defRPr sz="1483" b="1" cap="none" baseline="0">
                <a:solidFill>
                  <a:srgbClr val="323232"/>
                </a:solidFill>
                <a:latin typeface="Raleway" panose="020B05030301010600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9301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8337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270236-CF31-4134-9DAF-FE21E089A4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424"/>
            </a:lvl1pPr>
            <a:lvl2pPr marL="242295" indent="0">
              <a:buNone/>
              <a:defRPr sz="530"/>
            </a:lvl2pPr>
            <a:lvl3pPr marL="484591" indent="0">
              <a:buNone/>
              <a:defRPr sz="530"/>
            </a:lvl3pPr>
            <a:lvl4pPr marL="726886" indent="0">
              <a:buNone/>
              <a:defRPr sz="530"/>
            </a:lvl4pPr>
            <a:lvl5pPr marL="969181" indent="0">
              <a:buNone/>
              <a:defRPr sz="53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89121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54711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713251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CC186-6311-4F7C-BEB4-84825B0DA0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81932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CC186-6311-4F7C-BEB4-84825B0DA0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82172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055485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85610"/>
            <a:ext cx="10972800" cy="44868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546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46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86791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437"/>
            </a:lvl1pPr>
            <a:lvl2pPr marL="249625" indent="0">
              <a:buNone/>
              <a:defRPr sz="546"/>
            </a:lvl2pPr>
            <a:lvl3pPr marL="499249" indent="0">
              <a:buNone/>
              <a:defRPr sz="546"/>
            </a:lvl3pPr>
            <a:lvl4pPr marL="748873" indent="0">
              <a:buNone/>
              <a:defRPr sz="546"/>
            </a:lvl4pPr>
            <a:lvl5pPr marL="998497" indent="0">
              <a:buNone/>
              <a:defRPr sz="546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89480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22895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1013295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983" b="1"/>
            </a:lvl1pPr>
            <a:lvl2pPr>
              <a:buNone/>
              <a:defRPr sz="764" b="1"/>
            </a:lvl2pPr>
            <a:lvl3pPr>
              <a:buNone/>
              <a:defRPr sz="764" b="1"/>
            </a:lvl3pPr>
            <a:lvl4pPr>
              <a:buNone/>
              <a:defRPr sz="764" b="1"/>
            </a:lvl4pPr>
            <a:lvl5pPr>
              <a:buNone/>
              <a:defRPr sz="764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546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46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09600" y="723735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96517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437"/>
            </a:lvl1pPr>
            <a:lvl2pPr marL="249625" indent="0">
              <a:buNone/>
              <a:defRPr sz="546"/>
            </a:lvl2pPr>
            <a:lvl3pPr marL="499249" indent="0">
              <a:buNone/>
              <a:defRPr sz="546"/>
            </a:lvl3pPr>
            <a:lvl4pPr marL="748873" indent="0">
              <a:buNone/>
              <a:defRPr sz="546"/>
            </a:lvl4pPr>
            <a:lvl5pPr marL="998497" indent="0">
              <a:buNone/>
              <a:defRPr sz="546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11894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9864"/>
            <a:ext cx="10972800" cy="41778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546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46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840467"/>
            <a:ext cx="10972800" cy="3978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8209400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19606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9728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519550A-9344-43F3-BA0D-4C291936E25D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93928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682876"/>
            <a:ext cx="10363200" cy="1130300"/>
          </a:xfrm>
        </p:spPr>
        <p:txBody>
          <a:bodyPr anchor="t"/>
          <a:lstStyle>
            <a:lvl1pPr algn="ctr">
              <a:defRPr sz="2038" b="1" cap="none" baseline="0">
                <a:solidFill>
                  <a:srgbClr val="323232"/>
                </a:solidFill>
                <a:latin typeface="Raleway" panose="020B05030301010600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828504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5210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447800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838200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1310" b="1"/>
            </a:lvl1pPr>
            <a:lvl2pPr>
              <a:buNone/>
              <a:defRPr sz="1019" b="1"/>
            </a:lvl2pPr>
            <a:lvl3pPr>
              <a:buNone/>
              <a:defRPr sz="1019" b="1"/>
            </a:lvl3pPr>
            <a:lvl4pPr>
              <a:buNone/>
              <a:defRPr sz="1019" b="1"/>
            </a:lvl4pPr>
            <a:lvl5pPr>
              <a:buNone/>
              <a:defRPr sz="1019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65789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519768" y="1339852"/>
            <a:ext cx="9152467" cy="4178300"/>
          </a:xfrm>
        </p:spPr>
        <p:txBody>
          <a:bodyPr>
            <a:normAutofit/>
          </a:bodyPr>
          <a:lstStyle>
            <a:lvl1pPr marL="0" indent="0">
              <a:buNone/>
              <a:defRPr sz="1456"/>
            </a:lvl1pPr>
            <a:lvl2pPr>
              <a:defRPr sz="1310"/>
            </a:lvl2pPr>
            <a:lvl3pPr>
              <a:defRPr sz="1165"/>
            </a:lvl3pPr>
            <a:lvl4pPr>
              <a:defRPr sz="1019"/>
            </a:lvl4pPr>
            <a:lvl5pPr>
              <a:defRPr sz="101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DCB6FB9-2B60-4A1D-B326-65A4DBE709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766244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969502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32420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85610"/>
            <a:ext cx="10972800" cy="44868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546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46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86791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437"/>
            </a:lvl1pPr>
            <a:lvl2pPr marL="249625" indent="0">
              <a:buNone/>
              <a:defRPr sz="546"/>
            </a:lvl2pPr>
            <a:lvl3pPr marL="499249" indent="0">
              <a:buNone/>
              <a:defRPr sz="546"/>
            </a:lvl3pPr>
            <a:lvl4pPr marL="748873" indent="0">
              <a:buNone/>
              <a:defRPr sz="546"/>
            </a:lvl4pPr>
            <a:lvl5pPr marL="998497" indent="0">
              <a:buNone/>
              <a:defRPr sz="546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400307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22895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1013295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983" b="1"/>
            </a:lvl1pPr>
            <a:lvl2pPr>
              <a:buNone/>
              <a:defRPr sz="764" b="1"/>
            </a:lvl2pPr>
            <a:lvl3pPr>
              <a:buNone/>
              <a:defRPr sz="764" b="1"/>
            </a:lvl3pPr>
            <a:lvl4pPr>
              <a:buNone/>
              <a:defRPr sz="764" b="1"/>
            </a:lvl4pPr>
            <a:lvl5pPr>
              <a:buNone/>
              <a:defRPr sz="764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546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46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09600" y="723735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96517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437"/>
            </a:lvl1pPr>
            <a:lvl2pPr marL="249625" indent="0">
              <a:buNone/>
              <a:defRPr sz="546"/>
            </a:lvl2pPr>
            <a:lvl3pPr marL="499249" indent="0">
              <a:buNone/>
              <a:defRPr sz="546"/>
            </a:lvl3pPr>
            <a:lvl4pPr marL="748873" indent="0">
              <a:buNone/>
              <a:defRPr sz="546"/>
            </a:lvl4pPr>
            <a:lvl5pPr marL="998497" indent="0">
              <a:buNone/>
              <a:defRPr sz="546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569458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9864"/>
            <a:ext cx="10972800" cy="41778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546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46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840467"/>
            <a:ext cx="10972800" cy="3978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4625369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3541870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270236-CF31-4134-9DAF-FE21E089A4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083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682876"/>
            <a:ext cx="10363200" cy="1130300"/>
          </a:xfrm>
        </p:spPr>
        <p:txBody>
          <a:bodyPr anchor="t"/>
          <a:lstStyle>
            <a:lvl1pPr algn="ctr">
              <a:defRPr sz="2038" b="1" cap="none" baseline="0">
                <a:solidFill>
                  <a:srgbClr val="323232"/>
                </a:solidFill>
                <a:latin typeface="Raleway" panose="020B05030301010600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81134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05525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447800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838200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1310" b="1"/>
            </a:lvl1pPr>
            <a:lvl2pPr>
              <a:buNone/>
              <a:defRPr sz="1019" b="1"/>
            </a:lvl2pPr>
            <a:lvl3pPr>
              <a:buNone/>
              <a:defRPr sz="1019" b="1"/>
            </a:lvl3pPr>
            <a:lvl4pPr>
              <a:buNone/>
              <a:defRPr sz="1019" b="1"/>
            </a:lvl4pPr>
            <a:lvl5pPr>
              <a:buNone/>
              <a:defRPr sz="1019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0"/>
            <a:ext cx="609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22255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458337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519768" y="1339852"/>
            <a:ext cx="9152467" cy="4178300"/>
          </a:xfrm>
        </p:spPr>
        <p:txBody>
          <a:bodyPr>
            <a:normAutofit/>
          </a:bodyPr>
          <a:lstStyle>
            <a:lvl1pPr marL="0" indent="0">
              <a:buNone/>
              <a:defRPr sz="1456"/>
            </a:lvl1pPr>
            <a:lvl2pPr>
              <a:defRPr sz="1310"/>
            </a:lvl2pPr>
            <a:lvl3pPr>
              <a:defRPr sz="1165"/>
            </a:lvl3pPr>
            <a:lvl4pPr>
              <a:defRPr sz="1019"/>
            </a:lvl4pPr>
            <a:lvl5pPr>
              <a:defRPr sz="101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DCB6FB9-2B60-4A1D-B326-65A4DBE709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" y="5852162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46715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pendix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682876"/>
            <a:ext cx="10363200" cy="1130300"/>
          </a:xfrm>
        </p:spPr>
        <p:txBody>
          <a:bodyPr anchor="t"/>
          <a:lstStyle>
            <a:lvl1pPr algn="ctr">
              <a:defRPr sz="2038" b="1" cap="none" baseline="0">
                <a:solidFill>
                  <a:srgbClr val="323232"/>
                </a:solidFill>
                <a:latin typeface="Raleway" panose="020B05030301010600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223027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065888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270236-CF31-4134-9DAF-FE21E089A4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" y="5852159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60774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863234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4185882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42721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85610"/>
            <a:ext cx="10972800" cy="44868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546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46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86791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437"/>
            </a:lvl1pPr>
            <a:lvl2pPr marL="249625" indent="0">
              <a:buNone/>
              <a:defRPr sz="546"/>
            </a:lvl2pPr>
            <a:lvl3pPr marL="499249" indent="0">
              <a:buNone/>
              <a:defRPr sz="546"/>
            </a:lvl3pPr>
            <a:lvl4pPr marL="748873" indent="0">
              <a:buNone/>
              <a:defRPr sz="546"/>
            </a:lvl4pPr>
            <a:lvl5pPr marL="998497" indent="0">
              <a:buNone/>
              <a:defRPr sz="546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25396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22895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1013295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983" b="1"/>
            </a:lvl1pPr>
            <a:lvl2pPr>
              <a:buNone/>
              <a:defRPr sz="764" b="1"/>
            </a:lvl2pPr>
            <a:lvl3pPr>
              <a:buNone/>
              <a:defRPr sz="764" b="1"/>
            </a:lvl3pPr>
            <a:lvl4pPr>
              <a:buNone/>
              <a:defRPr sz="764" b="1"/>
            </a:lvl4pPr>
            <a:lvl5pPr>
              <a:buNone/>
              <a:defRPr sz="764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546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46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09600" y="723735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96517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437"/>
            </a:lvl1pPr>
            <a:lvl2pPr marL="249625" indent="0">
              <a:buNone/>
              <a:defRPr sz="546"/>
            </a:lvl2pPr>
            <a:lvl3pPr marL="499249" indent="0">
              <a:buNone/>
              <a:defRPr sz="546"/>
            </a:lvl3pPr>
            <a:lvl4pPr marL="748873" indent="0">
              <a:buNone/>
              <a:defRPr sz="546"/>
            </a:lvl4pPr>
            <a:lvl5pPr marL="998497" indent="0">
              <a:buNone/>
              <a:defRPr sz="546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890430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9864"/>
            <a:ext cx="10972800" cy="41778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546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46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840467"/>
            <a:ext cx="10972800" cy="3978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606402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669730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387793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9728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519550A-9344-43F3-BA0D-4C291936E25D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309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682876"/>
            <a:ext cx="10363200" cy="1130300"/>
          </a:xfrm>
        </p:spPr>
        <p:txBody>
          <a:bodyPr anchor="t"/>
          <a:lstStyle>
            <a:lvl1pPr algn="ctr">
              <a:defRPr sz="2038" b="1" cap="none" baseline="0">
                <a:solidFill>
                  <a:srgbClr val="323232"/>
                </a:solidFill>
                <a:latin typeface="Raleway" panose="020B05030301010600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98060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43968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447800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838200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1310" b="1"/>
            </a:lvl1pPr>
            <a:lvl2pPr>
              <a:buNone/>
              <a:defRPr sz="1019" b="1"/>
            </a:lvl2pPr>
            <a:lvl3pPr>
              <a:buNone/>
              <a:defRPr sz="1019" b="1"/>
            </a:lvl3pPr>
            <a:lvl4pPr>
              <a:buNone/>
              <a:defRPr sz="1019" b="1"/>
            </a:lvl4pPr>
            <a:lvl5pPr>
              <a:buNone/>
              <a:defRPr sz="1019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293218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519768" y="1339852"/>
            <a:ext cx="9152467" cy="4178300"/>
          </a:xfrm>
        </p:spPr>
        <p:txBody>
          <a:bodyPr>
            <a:normAutofit/>
          </a:bodyPr>
          <a:lstStyle>
            <a:lvl1pPr marL="0" indent="0">
              <a:buNone/>
              <a:defRPr sz="1456"/>
            </a:lvl1pPr>
            <a:lvl2pPr>
              <a:defRPr sz="1310"/>
            </a:lvl2pPr>
            <a:lvl3pPr>
              <a:defRPr sz="1165"/>
            </a:lvl3pPr>
            <a:lvl4pPr>
              <a:defRPr sz="1019"/>
            </a:lvl4pPr>
            <a:lvl5pPr>
              <a:defRPr sz="101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DCB6FB9-2B60-4A1D-B326-65A4DBE709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112454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0715126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038"/>
            </a:lvl1pPr>
            <a:lvl2pPr>
              <a:defRPr sz="1747"/>
            </a:lvl2pPr>
            <a:lvl3pPr>
              <a:defRPr sz="1456"/>
            </a:lvl3pPr>
            <a:lvl4pPr>
              <a:defRPr sz="1310"/>
            </a:lvl4pPr>
            <a:lvl5pPr>
              <a:defRPr sz="1310"/>
            </a:lvl5pPr>
            <a:lvl6pPr>
              <a:defRPr sz="1310"/>
            </a:lvl6pPr>
            <a:lvl7pPr>
              <a:defRPr sz="1310"/>
            </a:lvl7pPr>
            <a:lvl8pPr>
              <a:defRPr sz="1310"/>
            </a:lvl8pPr>
            <a:lvl9pPr>
              <a:defRPr sz="13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038"/>
            </a:lvl1pPr>
            <a:lvl2pPr>
              <a:defRPr sz="1747"/>
            </a:lvl2pPr>
            <a:lvl3pPr>
              <a:defRPr sz="1456"/>
            </a:lvl3pPr>
            <a:lvl4pPr>
              <a:defRPr sz="1310"/>
            </a:lvl4pPr>
            <a:lvl5pPr>
              <a:defRPr sz="1310"/>
            </a:lvl5pPr>
            <a:lvl6pPr>
              <a:defRPr sz="1310"/>
            </a:lvl6pPr>
            <a:lvl7pPr>
              <a:defRPr sz="1310"/>
            </a:lvl7pPr>
            <a:lvl8pPr>
              <a:defRPr sz="1310"/>
            </a:lvl8pPr>
            <a:lvl9pPr>
              <a:defRPr sz="13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208173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195627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85610"/>
            <a:ext cx="10972800" cy="44868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546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46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86791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437"/>
            </a:lvl1pPr>
            <a:lvl2pPr marL="249625" indent="0">
              <a:buNone/>
              <a:defRPr sz="546"/>
            </a:lvl2pPr>
            <a:lvl3pPr marL="499249" indent="0">
              <a:buNone/>
              <a:defRPr sz="546"/>
            </a:lvl3pPr>
            <a:lvl4pPr marL="748873" indent="0">
              <a:buNone/>
              <a:defRPr sz="546"/>
            </a:lvl4pPr>
            <a:lvl5pPr marL="998497" indent="0">
              <a:buNone/>
              <a:defRPr sz="546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986092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22895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1013295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983" b="1"/>
            </a:lvl1pPr>
            <a:lvl2pPr>
              <a:buNone/>
              <a:defRPr sz="764" b="1"/>
            </a:lvl2pPr>
            <a:lvl3pPr>
              <a:buNone/>
              <a:defRPr sz="764" b="1"/>
            </a:lvl3pPr>
            <a:lvl4pPr>
              <a:buNone/>
              <a:defRPr sz="764" b="1"/>
            </a:lvl4pPr>
            <a:lvl5pPr>
              <a:buNone/>
              <a:defRPr sz="764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546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46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09600" y="723735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96517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437"/>
            </a:lvl1pPr>
            <a:lvl2pPr marL="249625" indent="0">
              <a:buNone/>
              <a:defRPr sz="546"/>
            </a:lvl2pPr>
            <a:lvl3pPr marL="499249" indent="0">
              <a:buNone/>
              <a:defRPr sz="546"/>
            </a:lvl3pPr>
            <a:lvl4pPr marL="748873" indent="0">
              <a:buNone/>
              <a:defRPr sz="546"/>
            </a:lvl4pPr>
            <a:lvl5pPr marL="998497" indent="0">
              <a:buNone/>
              <a:defRPr sz="546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6507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9864"/>
            <a:ext cx="10972800" cy="41778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546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46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840467"/>
            <a:ext cx="10972800" cy="3978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7101986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9728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519550A-9344-43F3-BA0D-4C291936E25D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788500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1684694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11582400" y="6450831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519768" y="1339852"/>
            <a:ext cx="9152467" cy="4178300"/>
          </a:xfrm>
        </p:spPr>
        <p:txBody>
          <a:bodyPr>
            <a:normAutofit/>
          </a:bodyPr>
          <a:lstStyle>
            <a:lvl1pPr marL="0" indent="0">
              <a:buNone/>
              <a:defRPr sz="1456"/>
            </a:lvl1pPr>
            <a:lvl2pPr>
              <a:defRPr sz="1310"/>
            </a:lvl2pPr>
            <a:lvl3pPr>
              <a:defRPr sz="1165"/>
            </a:lvl3pPr>
            <a:lvl4pPr>
              <a:defRPr sz="1019"/>
            </a:lvl4pPr>
            <a:lvl5pPr>
              <a:defRPr sz="101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DCB6FB9-2B60-4A1D-B326-65A4DBE709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5146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317560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682876"/>
            <a:ext cx="10363200" cy="1130300"/>
          </a:xfrm>
        </p:spPr>
        <p:txBody>
          <a:bodyPr anchor="t"/>
          <a:lstStyle>
            <a:lvl1pPr algn="ctr">
              <a:defRPr sz="2038" b="1" cap="none" baseline="0">
                <a:solidFill>
                  <a:srgbClr val="323232"/>
                </a:solidFill>
                <a:latin typeface="Raleway" panose="020B05030301010600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66255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847813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447800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838200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1310" b="1"/>
            </a:lvl1pPr>
            <a:lvl2pPr>
              <a:buNone/>
              <a:defRPr sz="1019" b="1"/>
            </a:lvl2pPr>
            <a:lvl3pPr>
              <a:buNone/>
              <a:defRPr sz="1019" b="1"/>
            </a:lvl3pPr>
            <a:lvl4pPr>
              <a:buNone/>
              <a:defRPr sz="1019" b="1"/>
            </a:lvl4pPr>
            <a:lvl5pPr>
              <a:buNone/>
              <a:defRPr sz="1019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0"/>
            <a:ext cx="609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632775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096318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519768" y="1339852"/>
            <a:ext cx="9152467" cy="4178300"/>
          </a:xfrm>
        </p:spPr>
        <p:txBody>
          <a:bodyPr>
            <a:normAutofit/>
          </a:bodyPr>
          <a:lstStyle>
            <a:lvl1pPr marL="0" indent="0">
              <a:buNone/>
              <a:defRPr sz="1456"/>
            </a:lvl1pPr>
            <a:lvl2pPr>
              <a:defRPr sz="1310"/>
            </a:lvl2pPr>
            <a:lvl3pPr>
              <a:defRPr sz="1165"/>
            </a:lvl3pPr>
            <a:lvl4pPr>
              <a:defRPr sz="1019"/>
            </a:lvl4pPr>
            <a:lvl5pPr>
              <a:defRPr sz="101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DCB6FB9-2B60-4A1D-B326-65A4DBE709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" y="5852162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11010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pendix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682876"/>
            <a:ext cx="10363200" cy="1130300"/>
          </a:xfrm>
        </p:spPr>
        <p:txBody>
          <a:bodyPr anchor="t"/>
          <a:lstStyle>
            <a:lvl1pPr algn="ctr">
              <a:defRPr sz="2038" b="1" cap="none" baseline="0">
                <a:solidFill>
                  <a:srgbClr val="323232"/>
                </a:solidFill>
                <a:latin typeface="Raleway" panose="020B05030301010600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43094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476533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270236-CF31-4134-9DAF-FE21E089A4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" y="5852159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582"/>
            </a:lvl1pPr>
            <a:lvl2pPr marL="332832" indent="0">
              <a:buNone/>
              <a:defRPr sz="728"/>
            </a:lvl2pPr>
            <a:lvl3pPr marL="665665" indent="0">
              <a:buNone/>
              <a:defRPr sz="728"/>
            </a:lvl3pPr>
            <a:lvl4pPr marL="998497" indent="0">
              <a:buNone/>
              <a:defRPr sz="728"/>
            </a:lvl4pPr>
            <a:lvl5pPr marL="1331330" indent="0">
              <a:buNone/>
              <a:defRPr sz="728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248833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953703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4084644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9864"/>
            <a:ext cx="10972800" cy="41778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546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46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840467"/>
            <a:ext cx="10972800" cy="3978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0572024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77198-585E-43E6-8B04-A349C8F9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8645097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7670625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22895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1013295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983" b="1"/>
            </a:lvl1pPr>
            <a:lvl2pPr>
              <a:buNone/>
              <a:defRPr sz="764" b="1"/>
            </a:lvl2pPr>
            <a:lvl3pPr>
              <a:buNone/>
              <a:defRPr sz="764" b="1"/>
            </a:lvl3pPr>
            <a:lvl4pPr>
              <a:buNone/>
              <a:defRPr sz="764" b="1"/>
            </a:lvl4pPr>
            <a:lvl5pPr>
              <a:buNone/>
              <a:defRPr sz="764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1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546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546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96517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437"/>
            </a:lvl1pPr>
            <a:lvl2pPr marL="249625" indent="0">
              <a:buNone/>
              <a:defRPr sz="546"/>
            </a:lvl2pPr>
            <a:lvl3pPr marL="499249" indent="0">
              <a:buNone/>
              <a:defRPr sz="546"/>
            </a:lvl3pPr>
            <a:lvl4pPr marL="748873" indent="0">
              <a:buNone/>
              <a:defRPr sz="546"/>
            </a:lvl4pPr>
            <a:lvl5pPr marL="998497" indent="0">
              <a:buNone/>
              <a:defRPr sz="546"/>
            </a:lvl5pPr>
          </a:lstStyle>
          <a:p>
            <a:pPr lvl="0"/>
            <a:endParaRPr lang="en-US" dirty="0"/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BF5A11C5-637D-B90A-ECE3-BB64EF74C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6524892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085263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85609"/>
            <a:ext cx="10972800" cy="44868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86791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600"/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385267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22895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1013295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1350" b="1"/>
            </a:lvl1pPr>
            <a:lvl2pPr>
              <a:buNone/>
              <a:defRPr sz="1050" b="1"/>
            </a:lvl2pPr>
            <a:lvl3pPr>
              <a:buNone/>
              <a:defRPr sz="1050" b="1"/>
            </a:lvl3pPr>
            <a:lvl4pPr>
              <a:buNone/>
              <a:defRPr sz="1050" b="1"/>
            </a:lvl4pPr>
            <a:lvl5pPr>
              <a:buNone/>
              <a:defRPr sz="105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09600" y="723735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96517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600"/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506955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9864"/>
            <a:ext cx="10972800" cy="41778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840467"/>
            <a:ext cx="10972800" cy="3978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868126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9728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519550A-9344-43F3-BA0D-4C291936E25D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000870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682875"/>
            <a:ext cx="10363200" cy="1130300"/>
          </a:xfrm>
        </p:spPr>
        <p:txBody>
          <a:bodyPr anchor="t"/>
          <a:lstStyle>
            <a:lvl1pPr algn="ctr">
              <a:defRPr sz="2800" b="1" cap="none" baseline="0">
                <a:solidFill>
                  <a:srgbClr val="323232"/>
                </a:solidFill>
                <a:latin typeface="Raleway" panose="020B05030301010600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314212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696900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0" y="838200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1800" b="1"/>
            </a:lvl1pPr>
            <a:lvl2pPr>
              <a:buNone/>
              <a:defRPr sz="1400" b="1"/>
            </a:lvl2pPr>
            <a:lvl3pPr>
              <a:buNone/>
              <a:defRPr sz="1400" b="1"/>
            </a:lvl3pPr>
            <a:lvl4pPr>
              <a:buNone/>
              <a:defRPr sz="1400" b="1"/>
            </a:lvl4pPr>
            <a:lvl5pPr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318403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519767" y="1339851"/>
            <a:ext cx="9152467" cy="41783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DCB6FB9-2B60-4A1D-B326-65A4DBE709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619876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21264330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2400" y="6450830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475306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8267603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85609"/>
            <a:ext cx="10972800" cy="44868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86791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600"/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191280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22895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1013295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1350" b="1"/>
            </a:lvl1pPr>
            <a:lvl2pPr>
              <a:buNone/>
              <a:defRPr sz="1050" b="1"/>
            </a:lvl2pPr>
            <a:lvl3pPr>
              <a:buNone/>
              <a:defRPr sz="1050" b="1"/>
            </a:lvl3pPr>
            <a:lvl4pPr>
              <a:buNone/>
              <a:defRPr sz="1050" b="1"/>
            </a:lvl4pPr>
            <a:lvl5pPr>
              <a:buNone/>
              <a:defRPr sz="105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09600" y="723735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96517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600"/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78710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9864"/>
            <a:ext cx="10972800" cy="41778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840467"/>
            <a:ext cx="10972800" cy="3978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6455468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600840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682875"/>
            <a:ext cx="10363200" cy="1130300"/>
          </a:xfrm>
        </p:spPr>
        <p:txBody>
          <a:bodyPr anchor="t"/>
          <a:lstStyle>
            <a:lvl1pPr algn="ctr">
              <a:defRPr sz="2800" b="1" cap="none" baseline="0">
                <a:solidFill>
                  <a:srgbClr val="323232"/>
                </a:solidFill>
                <a:latin typeface="Raleway" panose="020B05030301010600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100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100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98625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4265147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582400" y="6450830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270236-CF31-4134-9DAF-FE21E089A4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572608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046924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85609"/>
            <a:ext cx="10972800" cy="44868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86791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600"/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362346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22895"/>
            <a:ext cx="11057467" cy="40703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1013295"/>
            <a:ext cx="11057467" cy="533400"/>
          </a:xfrm>
        </p:spPr>
        <p:txBody>
          <a:bodyPr anchor="ctr" anchorCtr="0">
            <a:noAutofit/>
          </a:bodyPr>
          <a:lstStyle>
            <a:lvl1pPr>
              <a:buNone/>
              <a:defRPr sz="1350" b="1"/>
            </a:lvl1pPr>
            <a:lvl2pPr>
              <a:buNone/>
              <a:defRPr sz="1050" b="1"/>
            </a:lvl2pPr>
            <a:lvl3pPr>
              <a:buNone/>
              <a:defRPr sz="1050" b="1"/>
            </a:lvl3pPr>
            <a:lvl4pPr>
              <a:buNone/>
              <a:defRPr sz="1050" b="1"/>
            </a:lvl4pPr>
            <a:lvl5pPr>
              <a:buNone/>
              <a:defRPr sz="105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09600" y="723735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96517"/>
            <a:ext cx="10972800" cy="457200"/>
          </a:xfrm>
        </p:spPr>
        <p:txBody>
          <a:bodyPr>
            <a:noAutofit/>
          </a:bodyPr>
          <a:lstStyle>
            <a:lvl1pPr marL="0" indent="0">
              <a:buNone/>
              <a:defRPr sz="600"/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287910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9864"/>
            <a:ext cx="10972800" cy="41778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840467"/>
            <a:ext cx="10972800" cy="3978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6124846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884199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682875"/>
            <a:ext cx="10363200" cy="1130300"/>
          </a:xfrm>
        </p:spPr>
        <p:txBody>
          <a:bodyPr anchor="t"/>
          <a:lstStyle>
            <a:lvl1pPr algn="ctr">
              <a:defRPr sz="2800" b="1" cap="none" baseline="0">
                <a:solidFill>
                  <a:srgbClr val="323232"/>
                </a:solidFill>
                <a:latin typeface="Raleway" panose="020B05030301010600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100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100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847157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456095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37624197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230982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85609"/>
            <a:ext cx="10972800" cy="448688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86791"/>
            <a:ext cx="10972800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600"/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420969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22895"/>
            <a:ext cx="11057467" cy="407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1" y="1013295"/>
            <a:ext cx="11057467" cy="533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buNone/>
              <a:defRPr sz="1350" b="1"/>
            </a:lvl1pPr>
            <a:lvl2pPr>
              <a:buNone/>
              <a:defRPr sz="1050" b="1"/>
            </a:lvl2pPr>
            <a:lvl3pPr>
              <a:buNone/>
              <a:defRPr sz="1050" b="1"/>
            </a:lvl3pPr>
            <a:lvl4pPr>
              <a:buNone/>
              <a:defRPr sz="1050" b="1"/>
            </a:lvl4pPr>
            <a:lvl5pPr>
              <a:buNone/>
              <a:defRPr sz="105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09600" y="723735"/>
            <a:ext cx="10972800" cy="457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6196517"/>
            <a:ext cx="10972800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600"/>
            </a:lvl1pPr>
            <a:lvl2pPr marL="342900" indent="0">
              <a:buNone/>
              <a:defRPr sz="750"/>
            </a:lvl2pPr>
            <a:lvl3pPr marL="685800" indent="0">
              <a:buNone/>
              <a:defRPr sz="75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775851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9864"/>
            <a:ext cx="10972800" cy="41778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75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75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840467"/>
            <a:ext cx="10972800" cy="3978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30359984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682875"/>
            <a:ext cx="10363200" cy="1130300"/>
          </a:xfrm>
        </p:spPr>
        <p:txBody>
          <a:bodyPr anchor="t"/>
          <a:lstStyle>
            <a:lvl1pPr algn="ctr">
              <a:defRPr sz="2800" b="1" cap="none" baseline="0">
                <a:solidFill>
                  <a:srgbClr val="323232"/>
                </a:solidFill>
                <a:latin typeface="Raleway" panose="020B05030301010600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797366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28700"/>
            <a:ext cx="10972800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371B2D5-3015-445E-81A0-09E4730CF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03257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11057467" cy="407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9600" y="838200"/>
            <a:ext cx="11057467" cy="533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buNone/>
              <a:defRPr sz="1800" b="1"/>
            </a:lvl1pPr>
            <a:lvl2pPr>
              <a:buNone/>
              <a:defRPr sz="1400" b="1"/>
            </a:lvl2pPr>
            <a:lvl3pPr>
              <a:buNone/>
              <a:defRPr sz="1400" b="1"/>
            </a:lvl3pPr>
            <a:lvl4pPr>
              <a:buNone/>
              <a:defRPr sz="1400" b="1"/>
            </a:lvl4pPr>
            <a:lvl5pPr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6F730AB-BB61-48C3-9D0C-C828E37AC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754580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519767" y="1339851"/>
            <a:ext cx="9152467" cy="41783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DCB6FB9-2B60-4A1D-B326-65A4DBE709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5943600"/>
            <a:ext cx="10972800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967874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28700"/>
            <a:ext cx="10972800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/>
          <a:p>
            <a:fld id="{0BFDDFFD-9491-4FF8-A5D6-59B03CF097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4367641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A9E61-409C-4DF9-8ED8-799B1CA1C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C1228-1EE7-4F8A-A3E7-8DA6854453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920"/>
            </a:lvl1pPr>
            <a:lvl2pPr marL="365771" indent="0" algn="ctr">
              <a:buNone/>
              <a:defRPr sz="1600"/>
            </a:lvl2pPr>
            <a:lvl3pPr marL="731543" indent="0" algn="ctr">
              <a:buNone/>
              <a:defRPr sz="1440"/>
            </a:lvl3pPr>
            <a:lvl4pPr marL="1097314" indent="0" algn="ctr">
              <a:buNone/>
              <a:defRPr sz="1280"/>
            </a:lvl4pPr>
            <a:lvl5pPr marL="1463086" indent="0" algn="ctr">
              <a:buNone/>
              <a:defRPr sz="1280"/>
            </a:lvl5pPr>
            <a:lvl6pPr marL="1828857" indent="0" algn="ctr">
              <a:buNone/>
              <a:defRPr sz="1280"/>
            </a:lvl6pPr>
            <a:lvl7pPr marL="2194629" indent="0" algn="ctr">
              <a:buNone/>
              <a:defRPr sz="1280"/>
            </a:lvl7pPr>
            <a:lvl8pPr marL="2560400" indent="0" algn="ctr">
              <a:buNone/>
              <a:defRPr sz="1280"/>
            </a:lvl8pPr>
            <a:lvl9pPr marL="2926171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E80A9-5F8C-4EF5-B03F-201805614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B72E2-7B26-46D3-A1E6-B452BF36D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1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99D35-C86D-488B-AA8E-F76053C4C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C693E-BB7B-4582-A7D7-BDCA75D001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344093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2400" y="6450830"/>
            <a:ext cx="609600" cy="407170"/>
          </a:xfrm>
        </p:spPr>
        <p:txBody>
          <a:bodyPr/>
          <a:lstStyle/>
          <a:p>
            <a:pPr algn="ctr">
              <a:defRPr/>
            </a:pPr>
            <a:fld id="{0BFDDFFD-9491-4FF8-A5D6-59B03CF0975B}" type="slidenum">
              <a:rPr lang="en-US" sz="1000" b="1" smtClean="0">
                <a:solidFill>
                  <a:prstClr val="white"/>
                </a:solidFill>
                <a:latin typeface="Raleway" panose="020B0503030101060003" pitchFamily="34" charset="0"/>
              </a:rPr>
              <a:pPr algn="ctr">
                <a:defRPr/>
              </a:pPr>
              <a:t>‹#›</a:t>
            </a:fld>
            <a:endParaRPr lang="en-US" sz="1000" b="1" dirty="0">
              <a:solidFill>
                <a:prstClr val="white"/>
              </a:solidFill>
              <a:latin typeface="Raleway" panose="020B050303010106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09951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E7EE00-B11D-0739-E5E3-FA005ADE5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432C3A-13AB-8A92-17B0-5D5F23E66924}"/>
              </a:ext>
            </a:extLst>
          </p:cNvPr>
          <p:cNvSpPr txBox="1"/>
          <p:nvPr userDrawn="1"/>
        </p:nvSpPr>
        <p:spPr>
          <a:xfrm>
            <a:off x="11731655" y="6496972"/>
            <a:ext cx="3746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BFDDFFD-9491-4FF8-A5D6-59B03CF0975B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pPr/>
              <a:t>‹#›</a:t>
            </a:fld>
            <a:endParaRPr lang="en-US"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B3D064-38DA-B1D1-3978-CFCC1F8370AE}"/>
              </a:ext>
            </a:extLst>
          </p:cNvPr>
          <p:cNvSpPr/>
          <p:nvPr userDrawn="1"/>
        </p:nvSpPr>
        <p:spPr>
          <a:xfrm>
            <a:off x="0" y="0"/>
            <a:ext cx="12192000" cy="754727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16759B-7CBE-7EBE-E249-119C4781E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22" y="145279"/>
            <a:ext cx="7619376" cy="433034"/>
          </a:xfrm>
        </p:spPr>
        <p:txBody>
          <a:bodyPr anchor="b"/>
          <a:lstStyle>
            <a:lvl1pPr algn="l">
              <a:defRPr sz="2200" b="1">
                <a:solidFill>
                  <a:srgbClr val="FFFFFF"/>
                </a:solidFill>
                <a:latin typeface="Raleway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Icon, arrow&#10;&#10;Description automatically generated">
            <a:extLst>
              <a:ext uri="{FF2B5EF4-FFF2-40B4-BE49-F238E27FC236}">
                <a16:creationId xmlns:a16="http://schemas.microsoft.com/office/drawing/2014/main" id="{46C1C80C-E21D-BCFD-BF3B-1AB4A48CDC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455" y="253208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005844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ldings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1432C3A-13AB-8A92-17B0-5D5F23E66924}"/>
              </a:ext>
            </a:extLst>
          </p:cNvPr>
          <p:cNvSpPr txBox="1"/>
          <p:nvPr userDrawn="1"/>
        </p:nvSpPr>
        <p:spPr>
          <a:xfrm>
            <a:off x="11731655" y="6496972"/>
            <a:ext cx="3746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BFDDFFD-9491-4FF8-A5D6-59B03CF0975B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pPr/>
              <a:t>‹#›</a:t>
            </a:fld>
            <a:endParaRPr lang="en-US"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B3D064-38DA-B1D1-3978-CFCC1F8370AE}"/>
              </a:ext>
            </a:extLst>
          </p:cNvPr>
          <p:cNvSpPr/>
          <p:nvPr userDrawn="1"/>
        </p:nvSpPr>
        <p:spPr>
          <a:xfrm>
            <a:off x="0" y="0"/>
            <a:ext cx="12192000" cy="754727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16759B-7CBE-7EBE-E249-119C4781E2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022" y="145279"/>
            <a:ext cx="8183399" cy="433034"/>
          </a:xfrm>
        </p:spPr>
        <p:txBody>
          <a:bodyPr anchor="b"/>
          <a:lstStyle>
            <a:lvl1pPr algn="l">
              <a:defRPr sz="2200" b="1">
                <a:solidFill>
                  <a:srgbClr val="FFFFFF"/>
                </a:solidFill>
                <a:latin typeface="Raleway" pitchFamily="2" charset="0"/>
              </a:defRPr>
            </a:lvl1pPr>
          </a:lstStyle>
          <a:p>
            <a:r>
              <a:rPr lang="en-US" dirty="0"/>
              <a:t>Client Holdings</a:t>
            </a:r>
          </a:p>
        </p:txBody>
      </p:sp>
      <p:pic>
        <p:nvPicPr>
          <p:cNvPr id="9" name="Picture 8" descr="Icon, arrow&#10;&#10;Description automatically generated">
            <a:extLst>
              <a:ext uri="{FF2B5EF4-FFF2-40B4-BE49-F238E27FC236}">
                <a16:creationId xmlns:a16="http://schemas.microsoft.com/office/drawing/2014/main" id="{46C1C80C-E21D-BCFD-BF3B-1AB4A48CDC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455" y="253208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32060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1432C3A-13AB-8A92-17B0-5D5F23E66924}"/>
              </a:ext>
            </a:extLst>
          </p:cNvPr>
          <p:cNvSpPr txBox="1"/>
          <p:nvPr userDrawn="1"/>
        </p:nvSpPr>
        <p:spPr>
          <a:xfrm>
            <a:off x="11731655" y="6496972"/>
            <a:ext cx="3746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BFDDFFD-9491-4FF8-A5D6-59B03CF0975B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pPr/>
              <a:t>‹#›</a:t>
            </a:fld>
            <a:endParaRPr lang="en-US"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B3D064-38DA-B1D1-3978-CFCC1F8370AE}"/>
              </a:ext>
            </a:extLst>
          </p:cNvPr>
          <p:cNvSpPr/>
          <p:nvPr userDrawn="1"/>
        </p:nvSpPr>
        <p:spPr>
          <a:xfrm>
            <a:off x="0" y="0"/>
            <a:ext cx="12192000" cy="754727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16759B-7CBE-7EBE-E249-119C4781E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22" y="145279"/>
            <a:ext cx="8491047" cy="433034"/>
          </a:xfrm>
        </p:spPr>
        <p:txBody>
          <a:bodyPr anchor="b"/>
          <a:lstStyle>
            <a:lvl1pPr algn="l">
              <a:defRPr sz="2200" b="1">
                <a:solidFill>
                  <a:srgbClr val="FFFFFF"/>
                </a:solidFill>
                <a:latin typeface="Raleway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Icon, arrow&#10;&#10;Description automatically generated">
            <a:extLst>
              <a:ext uri="{FF2B5EF4-FFF2-40B4-BE49-F238E27FC236}">
                <a16:creationId xmlns:a16="http://schemas.microsoft.com/office/drawing/2014/main" id="{46C1C80C-E21D-BCFD-BF3B-1AB4A48CDC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455" y="253208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962092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E7EE00-B11D-0739-E5E3-FA005ADE5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432C3A-13AB-8A92-17B0-5D5F23E66924}"/>
              </a:ext>
            </a:extLst>
          </p:cNvPr>
          <p:cNvSpPr txBox="1"/>
          <p:nvPr userDrawn="1"/>
        </p:nvSpPr>
        <p:spPr>
          <a:xfrm>
            <a:off x="11731655" y="6496972"/>
            <a:ext cx="3746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BFDDFFD-9491-4FF8-A5D6-59B03CF0975B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pPr/>
              <a:t>‹#›</a:t>
            </a:fld>
            <a:endParaRPr lang="en-US"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B3D064-38DA-B1D1-3978-CFCC1F8370AE}"/>
              </a:ext>
            </a:extLst>
          </p:cNvPr>
          <p:cNvSpPr/>
          <p:nvPr userDrawn="1"/>
        </p:nvSpPr>
        <p:spPr>
          <a:xfrm>
            <a:off x="0" y="0"/>
            <a:ext cx="12192000" cy="754727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16759B-7CBE-7EBE-E249-119C4781E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22" y="153823"/>
            <a:ext cx="8668408" cy="424489"/>
          </a:xfrm>
        </p:spPr>
        <p:txBody>
          <a:bodyPr anchor="b"/>
          <a:lstStyle>
            <a:lvl1pPr algn="l">
              <a:defRPr sz="2200" b="1">
                <a:solidFill>
                  <a:srgbClr val="FFFFFF"/>
                </a:solidFill>
                <a:latin typeface="Raleway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Icon, arrow&#10;&#10;Description automatically generated">
            <a:extLst>
              <a:ext uri="{FF2B5EF4-FFF2-40B4-BE49-F238E27FC236}">
                <a16:creationId xmlns:a16="http://schemas.microsoft.com/office/drawing/2014/main" id="{46C1C80C-E21D-BCFD-BF3B-1AB4A48CDC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455" y="253208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156137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E7EE00-B11D-0739-E5E3-FA005ADE5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432C3A-13AB-8A92-17B0-5D5F23E66924}"/>
              </a:ext>
            </a:extLst>
          </p:cNvPr>
          <p:cNvSpPr txBox="1"/>
          <p:nvPr userDrawn="1"/>
        </p:nvSpPr>
        <p:spPr>
          <a:xfrm>
            <a:off x="11731655" y="6496972"/>
            <a:ext cx="3746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BFDDFFD-9491-4FF8-A5D6-59B03CF0975B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pPr/>
              <a:t>‹#›</a:t>
            </a:fld>
            <a:endParaRPr lang="en-US"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B3D064-38DA-B1D1-3978-CFCC1F8370AE}"/>
              </a:ext>
            </a:extLst>
          </p:cNvPr>
          <p:cNvSpPr/>
          <p:nvPr userDrawn="1"/>
        </p:nvSpPr>
        <p:spPr>
          <a:xfrm>
            <a:off x="0" y="0"/>
            <a:ext cx="12192000" cy="754727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16759B-7CBE-7EBE-E249-119C4781E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22" y="153823"/>
            <a:ext cx="8668408" cy="424489"/>
          </a:xfrm>
        </p:spPr>
        <p:txBody>
          <a:bodyPr anchor="b"/>
          <a:lstStyle>
            <a:lvl1pPr algn="l">
              <a:defRPr sz="2200" b="1">
                <a:solidFill>
                  <a:srgbClr val="FFFFFF"/>
                </a:solidFill>
                <a:latin typeface="Raleway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Icon, arrow&#10;&#10;Description automatically generated">
            <a:extLst>
              <a:ext uri="{FF2B5EF4-FFF2-40B4-BE49-F238E27FC236}">
                <a16:creationId xmlns:a16="http://schemas.microsoft.com/office/drawing/2014/main" id="{46C1C80C-E21D-BCFD-BF3B-1AB4A48CDC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455" y="253208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742890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font size adjusted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E7EE00-B11D-0739-E5E3-FA005ADE5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432C3A-13AB-8A92-17B0-5D5F23E66924}"/>
              </a:ext>
            </a:extLst>
          </p:cNvPr>
          <p:cNvSpPr txBox="1"/>
          <p:nvPr userDrawn="1"/>
        </p:nvSpPr>
        <p:spPr>
          <a:xfrm>
            <a:off x="11731655" y="6496972"/>
            <a:ext cx="3746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BFDDFFD-9491-4FF8-A5D6-59B03CF0975B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pPr/>
              <a:t>‹#›</a:t>
            </a:fld>
            <a:endParaRPr lang="en-US"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B3D064-38DA-B1D1-3978-CFCC1F8370AE}"/>
              </a:ext>
            </a:extLst>
          </p:cNvPr>
          <p:cNvSpPr/>
          <p:nvPr userDrawn="1"/>
        </p:nvSpPr>
        <p:spPr>
          <a:xfrm>
            <a:off x="0" y="0"/>
            <a:ext cx="12192000" cy="754727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16759B-7CBE-7EBE-E249-119C4781E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22" y="145279"/>
            <a:ext cx="8533776" cy="433034"/>
          </a:xfrm>
        </p:spPr>
        <p:txBody>
          <a:bodyPr anchor="b"/>
          <a:lstStyle>
            <a:lvl1pPr algn="l">
              <a:defRPr sz="2000" b="1">
                <a:solidFill>
                  <a:srgbClr val="FFFFFF"/>
                </a:solidFill>
                <a:latin typeface="Raleway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Icon, arrow&#10;&#10;Description automatically generated">
            <a:extLst>
              <a:ext uri="{FF2B5EF4-FFF2-40B4-BE49-F238E27FC236}">
                <a16:creationId xmlns:a16="http://schemas.microsoft.com/office/drawing/2014/main" id="{46C1C80C-E21D-BCFD-BF3B-1AB4A48CDC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455" y="253208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3350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font size adjusted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1432C3A-13AB-8A92-17B0-5D5F23E66924}"/>
              </a:ext>
            </a:extLst>
          </p:cNvPr>
          <p:cNvSpPr txBox="1"/>
          <p:nvPr userDrawn="1"/>
        </p:nvSpPr>
        <p:spPr>
          <a:xfrm>
            <a:off x="11731655" y="6496972"/>
            <a:ext cx="3746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BFDDFFD-9491-4FF8-A5D6-59B03CF0975B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pPr/>
              <a:t>‹#›</a:t>
            </a:fld>
            <a:endParaRPr lang="en-US"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B3D064-38DA-B1D1-3978-CFCC1F8370AE}"/>
              </a:ext>
            </a:extLst>
          </p:cNvPr>
          <p:cNvSpPr/>
          <p:nvPr userDrawn="1"/>
        </p:nvSpPr>
        <p:spPr>
          <a:xfrm>
            <a:off x="0" y="0"/>
            <a:ext cx="12192000" cy="754727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16759B-7CBE-7EBE-E249-119C4781E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21" y="145279"/>
            <a:ext cx="8868433" cy="433034"/>
          </a:xfrm>
        </p:spPr>
        <p:txBody>
          <a:bodyPr anchor="b"/>
          <a:lstStyle>
            <a:lvl1pPr algn="l">
              <a:defRPr sz="2000" b="1">
                <a:solidFill>
                  <a:srgbClr val="FFFFFF"/>
                </a:solidFill>
                <a:latin typeface="Raleway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Icon, arrow&#10;&#10;Description automatically generated">
            <a:extLst>
              <a:ext uri="{FF2B5EF4-FFF2-40B4-BE49-F238E27FC236}">
                <a16:creationId xmlns:a16="http://schemas.microsoft.com/office/drawing/2014/main" id="{46C1C80C-E21D-BCFD-BF3B-1AB4A48CDC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455" y="253208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13587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3975764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1432C3A-13AB-8A92-17B0-5D5F23E66924}"/>
              </a:ext>
            </a:extLst>
          </p:cNvPr>
          <p:cNvSpPr txBox="1"/>
          <p:nvPr userDrawn="1"/>
        </p:nvSpPr>
        <p:spPr>
          <a:xfrm>
            <a:off x="11731655" y="6496972"/>
            <a:ext cx="3746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BFDDFFD-9491-4FF8-A5D6-59B03CF0975B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pPr/>
              <a:t>‹#›</a:t>
            </a:fld>
            <a:endParaRPr lang="en-US"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B3D064-38DA-B1D1-3978-CFCC1F8370AE}"/>
              </a:ext>
            </a:extLst>
          </p:cNvPr>
          <p:cNvSpPr/>
          <p:nvPr userDrawn="1"/>
        </p:nvSpPr>
        <p:spPr>
          <a:xfrm>
            <a:off x="0" y="0"/>
            <a:ext cx="12192000" cy="754727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16759B-7CBE-7EBE-E249-119C4781E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22" y="153823"/>
            <a:ext cx="8868433" cy="424489"/>
          </a:xfrm>
        </p:spPr>
        <p:txBody>
          <a:bodyPr anchor="b"/>
          <a:lstStyle>
            <a:lvl1pPr algn="l">
              <a:defRPr sz="2200" b="1">
                <a:solidFill>
                  <a:srgbClr val="FFFFFF"/>
                </a:solidFill>
                <a:latin typeface="Raleway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Icon, arrow&#10;&#10;Description automatically generated">
            <a:extLst>
              <a:ext uri="{FF2B5EF4-FFF2-40B4-BE49-F238E27FC236}">
                <a16:creationId xmlns:a16="http://schemas.microsoft.com/office/drawing/2014/main" id="{46C1C80C-E21D-BCFD-BF3B-1AB4A48CDC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455" y="253208"/>
            <a:ext cx="3017520" cy="248309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4BBDAAAB-36EA-1E72-3A86-A12CB91A0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0675" y="3429000"/>
            <a:ext cx="9144000" cy="754727"/>
          </a:xfrm>
        </p:spPr>
        <p:txBody>
          <a:bodyPr/>
          <a:lstStyle>
            <a:lvl1pPr marL="0" indent="0" algn="ctr">
              <a:buNone/>
              <a:defRPr sz="2800" b="1">
                <a:solidFill>
                  <a:srgbClr val="59002E"/>
                </a:solidFill>
                <a:latin typeface="Raleway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45398068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93797-0FA7-D97D-188A-62BE72D6DA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AFCF4-0C03-BE7C-6C68-5B8DC8AC5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7C069-8FFE-3EA2-EAB9-C67C0FEFE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FC11-7AE8-4C1F-A6E9-6F0CE1E8890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30EBB-1C85-9B0E-DC14-1FA1FE40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E970E-4A6C-F3F1-D182-524C2153E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58E8-32B5-46FE-BF28-0210D5AE0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92473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C015E-AFFA-BEAD-7CF6-2EFEF81C4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167E7-B128-1587-EA55-7B864996C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57DA5-8E5B-7066-9425-CEF23A500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FC11-7AE8-4C1F-A6E9-6F0CE1E8890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0653A-BF64-828A-ADD8-21EA6CC2A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6EDEB-970D-790A-8FC4-43D2D0BBC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58E8-32B5-46FE-BF28-0210D5AE0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81872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5EC79-7CB5-7DC3-9EB6-654BA648C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FD98D-D37A-273E-541B-5FD5A31B1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5E817-43DD-39A5-60DC-EE6341AB2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FC11-7AE8-4C1F-A6E9-6F0CE1E8890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C1B4C-0939-3B23-A698-B20DFA062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14867-9D5B-3E9B-E4C1-9A07A5ADF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58E8-32B5-46FE-BF28-0210D5AE0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4301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DDE0B-3D36-0FB1-9A40-61D26FAF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C3D6F-8712-6DE8-3180-8CFCB1D534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BDB9A9-DBEE-3554-9F67-7D6EDF4FD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B2DEB-FDF6-B9F0-BE84-3E3BDB47F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FC11-7AE8-4C1F-A6E9-6F0CE1E8890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9E20C-612E-8972-0CEC-CFE4331B9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D75D8-2F4D-93F6-4A0C-1A27ABC1F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58E8-32B5-46FE-BF28-0210D5AE0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88908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0B79-C0D7-2698-D4D3-2D18E0CE5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D3EE4-5CB9-F624-E377-9E6447E59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BCA32-E981-EAB9-A6BA-C9DAC027A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0F985-EEF4-5034-0760-C02160602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BBB95E-2B63-594E-2E8F-BEF4B7270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A242F2-384A-FF68-BD90-995FAE7CB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FC11-7AE8-4C1F-A6E9-6F0CE1E8890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E58A0D-4E7F-0CA2-C3FF-E7668FD5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29A886-851B-6F08-526F-A943224AC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58E8-32B5-46FE-BF28-0210D5AE0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51782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BFC9-88C6-42AD-83A9-2E49D512B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C2E47-31C9-F72D-2524-165A4D1D3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FC11-7AE8-4C1F-A6E9-6F0CE1E8890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C497A-F234-BE5A-866E-DE071E76C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5A8FF-745A-D0F3-39C0-2E161A234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58E8-32B5-46FE-BF28-0210D5AE0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64027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9DA4B5-FC08-3AA7-F2F8-BD9734B16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FC11-7AE8-4C1F-A6E9-6F0CE1E8890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F50392-4699-C4DD-4510-42BD28D4E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1DA4E-F2C9-4A3B-741C-579BC7BAF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58E8-32B5-46FE-BF28-0210D5AE0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98209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64D1-D41B-AB82-277E-2B8D6255C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B0743-254F-A3D5-E80D-37466F6F0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AE1BD-3A7B-6A9B-D7A8-3104D8A9C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4D0AE-50DB-F417-492D-C4207F4A1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FC11-7AE8-4C1F-A6E9-6F0CE1E8890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B0320-546A-9EEA-BC55-F588D5025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6B7F0-1D66-C8AD-37E4-CA4566BC1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58E8-32B5-46FE-BF28-0210D5AE0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705912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56A0-BD66-340E-5673-5B893D9CE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70110-3804-DDE6-7C40-C5CF8BC9E1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867EF-3624-B566-CD29-50E9A95B0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66FA3-4BE4-61B6-5DE8-D635F94EE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FC11-7AE8-4C1F-A6E9-6F0CE1E8890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F1CA7-E30A-39B7-A5F3-74870A03D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3E2F6-D532-69E1-6537-58567D83C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58E8-32B5-46FE-BF28-0210D5AE0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37306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4A73-B814-87F1-D769-E995E631F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7024AA-BFED-22E7-604F-FCBEAC197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61B00-295A-861E-0564-852B4008C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FC11-7AE8-4C1F-A6E9-6F0CE1E8890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16A4E-F9A7-CE5A-1C98-BD037D7D9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FD9BA-EBA3-01B6-B699-5E578AD3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58E8-32B5-46FE-BF28-0210D5AE0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41414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2949D4-FA04-BAEF-E142-EC5744EED3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0B53B-ACC6-195F-05BD-80EE30DCC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757F2-6C7D-4F6C-89D6-4A5C7AF14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FC11-7AE8-4C1F-A6E9-6F0CE1E8890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D6233-5DCA-602D-4075-FE7CC4B05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7FDCE-8B96-9583-2E98-CA8D90BCB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B58E8-32B5-46FE-BF28-0210D5AE0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49587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017028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cover page 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275A36-E93D-E07E-12EC-438FF5A02B1B}"/>
              </a:ext>
            </a:extLst>
          </p:cNvPr>
          <p:cNvSpPr txBox="1"/>
          <p:nvPr userDrawn="1"/>
        </p:nvSpPr>
        <p:spPr>
          <a:xfrm>
            <a:off x="3690257" y="3496260"/>
            <a:ext cx="7380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43DFF6-03E7-0233-74CF-C581890522E3}"/>
              </a:ext>
            </a:extLst>
          </p:cNvPr>
          <p:cNvSpPr txBox="1"/>
          <p:nvPr userDrawn="1"/>
        </p:nvSpPr>
        <p:spPr>
          <a:xfrm>
            <a:off x="3690257" y="3496260"/>
            <a:ext cx="7380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700F16-C305-C50F-D785-A3689256D23C}"/>
              </a:ext>
            </a:extLst>
          </p:cNvPr>
          <p:cNvSpPr/>
          <p:nvPr userDrawn="1"/>
        </p:nvSpPr>
        <p:spPr>
          <a:xfrm rot="19124227">
            <a:off x="-2170119" y="-677381"/>
            <a:ext cx="8002694" cy="770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258AD5CA-C528-8E4E-D01C-631254B0E3B2}"/>
              </a:ext>
            </a:extLst>
          </p:cNvPr>
          <p:cNvSpPr/>
          <p:nvPr userDrawn="1"/>
        </p:nvSpPr>
        <p:spPr>
          <a:xfrm rot="16200000">
            <a:off x="8729373" y="3395371"/>
            <a:ext cx="3444119" cy="3481138"/>
          </a:xfrm>
          <a:prstGeom prst="rtTriangle">
            <a:avLst/>
          </a:prstGeom>
          <a:solidFill>
            <a:srgbClr val="6300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66EDDB-059A-B2E6-2C08-54FA019377A8}"/>
              </a:ext>
            </a:extLst>
          </p:cNvPr>
          <p:cNvSpPr txBox="1"/>
          <p:nvPr userDrawn="1"/>
        </p:nvSpPr>
        <p:spPr>
          <a:xfrm>
            <a:off x="235711" y="1929542"/>
            <a:ext cx="544056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-113" normalizeH="0" baseline="0" noProof="0" dirty="0">
                <a:ln>
                  <a:noFill/>
                </a:ln>
                <a:solidFill>
                  <a:srgbClr val="630021"/>
                </a:solidFill>
                <a:effectLst/>
                <a:uLnTx/>
                <a:uFillTx/>
                <a:latin typeface="Raleway" pitchFamily="2" charset="0"/>
              </a:rPr>
              <a:t>Genter</a:t>
            </a:r>
            <a:r>
              <a:rPr kumimoji="0" lang="en-US" sz="3200" b="1" i="0" u="none" strike="noStrike" kern="1200" cap="none" spc="-150" normalizeH="0" baseline="0" noProof="0" dirty="0">
                <a:ln>
                  <a:noFill/>
                </a:ln>
                <a:solidFill>
                  <a:srgbClr val="630021"/>
                </a:solidFill>
                <a:effectLst/>
                <a:uLnTx/>
                <a:uFillTx/>
                <a:latin typeface="Raleway" pitchFamily="2" charset="0"/>
              </a:rPr>
              <a:t> Capital Management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-150" normalizeH="0" baseline="0" noProof="0" dirty="0">
                <a:ln>
                  <a:noFill/>
                </a:ln>
                <a:solidFill>
                  <a:srgbClr val="630021"/>
                </a:solidFill>
                <a:effectLst/>
                <a:uLnTx/>
                <a:uFillTx/>
                <a:latin typeface="Raleway" pitchFamily="2" charset="0"/>
              </a:rPr>
              <a:t> Dividend Income Equity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630021"/>
                </a:solidFill>
                <a:effectLst/>
                <a:uLnTx/>
                <a:uFillTx/>
                <a:latin typeface="Raleway" pitchFamily="2" charset="0"/>
              </a:rPr>
              <a:t> Strategy</a:t>
            </a:r>
            <a:r>
              <a:rPr kumimoji="0" lang="en-US" sz="3200" b="1" i="0" u="none" strike="noStrike" kern="1200" cap="none" spc="-113" normalizeH="0" baseline="0" noProof="0" dirty="0">
                <a:ln>
                  <a:noFill/>
                </a:ln>
                <a:solidFill>
                  <a:srgbClr val="630021"/>
                </a:solidFill>
                <a:effectLst/>
                <a:uLnTx/>
                <a:uFillTx/>
                <a:latin typeface="Raleway" pitchFamily="2" charset="0"/>
              </a:rPr>
              <a:t>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-113" normalizeH="0" baseline="0" noProof="0" dirty="0">
                <a:ln>
                  <a:noFill/>
                </a:ln>
                <a:solidFill>
                  <a:srgbClr val="630021"/>
                </a:solidFill>
                <a:effectLst/>
                <a:uLnTx/>
                <a:uFillTx/>
                <a:latin typeface="Raleway" pitchFamily="2" charset="0"/>
              </a:rPr>
              <a:t>1Q26 Overview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AE973-F44A-9094-BB1E-9411409D4A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89279" y="4794434"/>
            <a:ext cx="2362983" cy="23629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2EFEC8-9FA4-C6DD-5DEA-35F4A035616D}"/>
              </a:ext>
            </a:extLst>
          </p:cNvPr>
          <p:cNvSpPr txBox="1"/>
          <p:nvPr userDrawn="1"/>
        </p:nvSpPr>
        <p:spPr>
          <a:xfrm>
            <a:off x="116539" y="3972939"/>
            <a:ext cx="56789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-113" normalizeH="0" baseline="0" noProof="0" dirty="0">
                <a:ln>
                  <a:noFill/>
                </a:ln>
                <a:solidFill>
                  <a:srgbClr val="5900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Seizing Opportunity &amp; Preserving Wealth For Over Half a Century</a:t>
            </a:r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BD50FD03-F812-3A96-943B-1E82BA1A82E0}"/>
              </a:ext>
            </a:extLst>
          </p:cNvPr>
          <p:cNvSpPr/>
          <p:nvPr userDrawn="1"/>
        </p:nvSpPr>
        <p:spPr>
          <a:xfrm rot="5400000" flipV="1">
            <a:off x="8729371" y="-33629"/>
            <a:ext cx="3444119" cy="3481140"/>
          </a:xfrm>
          <a:prstGeom prst="rtTriangle">
            <a:avLst/>
          </a:prstGeom>
          <a:solidFill>
            <a:srgbClr val="6300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224115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2874E9-C19C-68C2-D34C-9DF88186A5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40763" y="0"/>
            <a:ext cx="11927584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811E85-A60B-914F-4AC6-A7797998772E}"/>
              </a:ext>
            </a:extLst>
          </p:cNvPr>
          <p:cNvSpPr txBox="1"/>
          <p:nvPr userDrawn="1"/>
        </p:nvSpPr>
        <p:spPr>
          <a:xfrm>
            <a:off x="3690257" y="3496260"/>
            <a:ext cx="7380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B3044B-AFC2-03B0-5B97-4E9C9AACB1D3}"/>
              </a:ext>
            </a:extLst>
          </p:cNvPr>
          <p:cNvSpPr/>
          <p:nvPr userDrawn="1"/>
        </p:nvSpPr>
        <p:spPr>
          <a:xfrm rot="19124227">
            <a:off x="-2170119" y="-677381"/>
            <a:ext cx="8002694" cy="770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3D343BAB-CBFB-0397-B989-B9E29A756619}"/>
              </a:ext>
            </a:extLst>
          </p:cNvPr>
          <p:cNvSpPr/>
          <p:nvPr userDrawn="1"/>
        </p:nvSpPr>
        <p:spPr>
          <a:xfrm rot="16200000">
            <a:off x="8729373" y="3395371"/>
            <a:ext cx="3444119" cy="3481138"/>
          </a:xfrm>
          <a:prstGeom prst="rtTriangle">
            <a:avLst/>
          </a:prstGeom>
          <a:solidFill>
            <a:srgbClr val="6300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D83F91-C9CC-2CA8-3F43-10203AE114D7}"/>
              </a:ext>
            </a:extLst>
          </p:cNvPr>
          <p:cNvSpPr txBox="1"/>
          <p:nvPr userDrawn="1"/>
        </p:nvSpPr>
        <p:spPr>
          <a:xfrm>
            <a:off x="235711" y="1929542"/>
            <a:ext cx="544056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-113" normalizeH="0" baseline="0" noProof="0" dirty="0">
                <a:ln>
                  <a:noFill/>
                </a:ln>
                <a:solidFill>
                  <a:srgbClr val="630021"/>
                </a:solidFill>
                <a:effectLst/>
                <a:uLnTx/>
                <a:uFillTx/>
                <a:latin typeface="Raleway" pitchFamily="2" charset="0"/>
              </a:rPr>
              <a:t>Genter</a:t>
            </a:r>
            <a:r>
              <a:rPr kumimoji="0" lang="en-US" sz="3200" b="1" i="0" u="none" strike="noStrike" kern="1200" cap="none" spc="-150" normalizeH="0" baseline="0" noProof="0" dirty="0">
                <a:ln>
                  <a:noFill/>
                </a:ln>
                <a:solidFill>
                  <a:srgbClr val="630021"/>
                </a:solidFill>
                <a:effectLst/>
                <a:uLnTx/>
                <a:uFillTx/>
                <a:latin typeface="Raleway" pitchFamily="2" charset="0"/>
              </a:rPr>
              <a:t> Capital Management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-150" normalizeH="0" baseline="0" noProof="0" dirty="0">
                <a:ln>
                  <a:noFill/>
                </a:ln>
                <a:solidFill>
                  <a:srgbClr val="630021"/>
                </a:solidFill>
                <a:effectLst/>
                <a:uLnTx/>
                <a:uFillTx/>
                <a:latin typeface="Raleway" pitchFamily="2" charset="0"/>
              </a:rPr>
              <a:t> Dividend Income Equity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630021"/>
                </a:solidFill>
                <a:effectLst/>
                <a:uLnTx/>
                <a:uFillTx/>
                <a:latin typeface="Raleway" pitchFamily="2" charset="0"/>
              </a:rPr>
              <a:t> Strategy</a:t>
            </a:r>
            <a:r>
              <a:rPr kumimoji="0" lang="en-US" sz="3200" b="1" i="0" u="none" strike="noStrike" kern="1200" cap="none" spc="-113" normalizeH="0" baseline="0" noProof="0" dirty="0">
                <a:ln>
                  <a:noFill/>
                </a:ln>
                <a:solidFill>
                  <a:srgbClr val="630021"/>
                </a:solidFill>
                <a:effectLst/>
                <a:uLnTx/>
                <a:uFillTx/>
                <a:latin typeface="Raleway" pitchFamily="2" charset="0"/>
              </a:rPr>
              <a:t>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-113" normalizeH="0" baseline="0" noProof="0" dirty="0">
                <a:ln>
                  <a:noFill/>
                </a:ln>
                <a:solidFill>
                  <a:srgbClr val="630021"/>
                </a:solidFill>
                <a:effectLst/>
                <a:uLnTx/>
                <a:uFillTx/>
                <a:latin typeface="Raleway" pitchFamily="2" charset="0"/>
              </a:rPr>
              <a:t>1Q26 Overview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1F79A8-3EDE-4778-6568-46EF6497FC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89279" y="4794434"/>
            <a:ext cx="2362983" cy="23629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C4BE56-C0AA-567E-6E41-4D5790A22979}"/>
              </a:ext>
            </a:extLst>
          </p:cNvPr>
          <p:cNvSpPr txBox="1"/>
          <p:nvPr userDrawn="1"/>
        </p:nvSpPr>
        <p:spPr>
          <a:xfrm>
            <a:off x="116539" y="3972939"/>
            <a:ext cx="56789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-113" normalizeH="0" baseline="0" noProof="0" dirty="0">
                <a:ln>
                  <a:noFill/>
                </a:ln>
                <a:solidFill>
                  <a:srgbClr val="5900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Seizing Opportunity &amp; Preserving Wealth For Over Half a Century</a:t>
            </a:r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E455781F-FCBA-E523-4AD8-1D6CFB529C50}"/>
              </a:ext>
            </a:extLst>
          </p:cNvPr>
          <p:cNvSpPr/>
          <p:nvPr userDrawn="1"/>
        </p:nvSpPr>
        <p:spPr>
          <a:xfrm rot="5400000" flipV="1">
            <a:off x="8729371" y="-33629"/>
            <a:ext cx="3444119" cy="3481140"/>
          </a:xfrm>
          <a:prstGeom prst="rtTriangle">
            <a:avLst/>
          </a:prstGeom>
          <a:solidFill>
            <a:srgbClr val="6300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981710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6F1FC1-9AB8-0D11-8A3A-BB3643B58673}"/>
              </a:ext>
            </a:extLst>
          </p:cNvPr>
          <p:cNvSpPr/>
          <p:nvPr userDrawn="1"/>
        </p:nvSpPr>
        <p:spPr>
          <a:xfrm>
            <a:off x="0" y="0"/>
            <a:ext cx="12192000" cy="754727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3EEDB-E108-B37B-076C-63E2A47379E1}"/>
              </a:ext>
            </a:extLst>
          </p:cNvPr>
          <p:cNvSpPr txBox="1"/>
          <p:nvPr userDrawn="1"/>
        </p:nvSpPr>
        <p:spPr>
          <a:xfrm>
            <a:off x="11862368" y="6479944"/>
            <a:ext cx="3746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BFDDFFD-9491-4FF8-A5D6-59B03CF0975B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pPr/>
              <a:t>‹#›</a:t>
            </a:fld>
            <a:endParaRPr lang="en-US" sz="1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2071494-F985-B35F-F60B-69C2532FF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025" y="-16539"/>
            <a:ext cx="8354315" cy="650211"/>
          </a:xfrm>
        </p:spPr>
        <p:txBody>
          <a:bodyPr anchor="b"/>
          <a:lstStyle>
            <a:lvl1pPr algn="l">
              <a:defRPr sz="2200" b="1">
                <a:solidFill>
                  <a:srgbClr val="FFFFFF"/>
                </a:solidFill>
                <a:latin typeface="Raleway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3DCE93F-2E2D-5FFC-AA86-23303988A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Icon, arrow&#10;&#10;Description automatically generated">
            <a:extLst>
              <a:ext uri="{FF2B5EF4-FFF2-40B4-BE49-F238E27FC236}">
                <a16:creationId xmlns:a16="http://schemas.microsoft.com/office/drawing/2014/main" id="{6EC37928-523A-5BEB-2903-3FA580052C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455" y="253208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092822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6F1FC1-9AB8-0D11-8A3A-BB3643B58673}"/>
              </a:ext>
            </a:extLst>
          </p:cNvPr>
          <p:cNvSpPr/>
          <p:nvPr userDrawn="1"/>
        </p:nvSpPr>
        <p:spPr>
          <a:xfrm>
            <a:off x="0" y="0"/>
            <a:ext cx="12192000" cy="754727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3EEDB-E108-B37B-076C-63E2A47379E1}"/>
              </a:ext>
            </a:extLst>
          </p:cNvPr>
          <p:cNvSpPr txBox="1"/>
          <p:nvPr userDrawn="1"/>
        </p:nvSpPr>
        <p:spPr>
          <a:xfrm>
            <a:off x="11862368" y="6479944"/>
            <a:ext cx="3746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BFDDFFD-9491-4FF8-A5D6-59B03CF0975B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pPr/>
              <a:t>‹#›</a:t>
            </a:fld>
            <a:endParaRPr lang="en-US" sz="1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2071494-F985-B35F-F60B-69C2532FF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025" y="-16539"/>
            <a:ext cx="8354315" cy="650211"/>
          </a:xfrm>
        </p:spPr>
        <p:txBody>
          <a:bodyPr anchor="b"/>
          <a:lstStyle>
            <a:lvl1pPr algn="l">
              <a:defRPr sz="2200" b="1">
                <a:solidFill>
                  <a:srgbClr val="FFFFFF"/>
                </a:solidFill>
                <a:latin typeface="Raleway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Icon, arrow&#10;&#10;Description automatically generated">
            <a:extLst>
              <a:ext uri="{FF2B5EF4-FFF2-40B4-BE49-F238E27FC236}">
                <a16:creationId xmlns:a16="http://schemas.microsoft.com/office/drawing/2014/main" id="{6EC37928-523A-5BEB-2903-3FA580052C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455" y="253208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096046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6F1FC1-9AB8-0D11-8A3A-BB3643B58673}"/>
              </a:ext>
            </a:extLst>
          </p:cNvPr>
          <p:cNvSpPr/>
          <p:nvPr userDrawn="1"/>
        </p:nvSpPr>
        <p:spPr>
          <a:xfrm>
            <a:off x="0" y="0"/>
            <a:ext cx="12192000" cy="754727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3EEDB-E108-B37B-076C-63E2A47379E1}"/>
              </a:ext>
            </a:extLst>
          </p:cNvPr>
          <p:cNvSpPr txBox="1"/>
          <p:nvPr userDrawn="1"/>
        </p:nvSpPr>
        <p:spPr>
          <a:xfrm>
            <a:off x="11862368" y="6479944"/>
            <a:ext cx="3746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BFDDFFD-9491-4FF8-A5D6-59B03CF0975B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pPr/>
              <a:t>‹#›</a:t>
            </a:fld>
            <a:endParaRPr lang="en-US" sz="1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2071494-F985-B35F-F60B-69C2532FF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025" y="-16539"/>
            <a:ext cx="5895975" cy="650211"/>
          </a:xfrm>
        </p:spPr>
        <p:txBody>
          <a:bodyPr anchor="b"/>
          <a:lstStyle>
            <a:lvl1pPr algn="l">
              <a:defRPr sz="2400" b="1">
                <a:solidFill>
                  <a:srgbClr val="FFFFFF"/>
                </a:solidFill>
                <a:latin typeface="Raleway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3DCE93F-2E2D-5FFC-AA86-23303988A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Icon, arrow&#10;&#10;Description automatically generated">
            <a:extLst>
              <a:ext uri="{FF2B5EF4-FFF2-40B4-BE49-F238E27FC236}">
                <a16:creationId xmlns:a16="http://schemas.microsoft.com/office/drawing/2014/main" id="{6EC37928-523A-5BEB-2903-3FA580052C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455" y="253208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732730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6F1FC1-9AB8-0D11-8A3A-BB3643B58673}"/>
              </a:ext>
            </a:extLst>
          </p:cNvPr>
          <p:cNvSpPr/>
          <p:nvPr userDrawn="1"/>
        </p:nvSpPr>
        <p:spPr>
          <a:xfrm>
            <a:off x="0" y="0"/>
            <a:ext cx="12192000" cy="754727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3EEDB-E108-B37B-076C-63E2A47379E1}"/>
              </a:ext>
            </a:extLst>
          </p:cNvPr>
          <p:cNvSpPr txBox="1"/>
          <p:nvPr userDrawn="1"/>
        </p:nvSpPr>
        <p:spPr>
          <a:xfrm>
            <a:off x="11862368" y="6479944"/>
            <a:ext cx="3746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BFDDFFD-9491-4FF8-A5D6-59B03CF0975B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pPr/>
              <a:t>‹#›</a:t>
            </a:fld>
            <a:endParaRPr lang="en-US" sz="1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2071494-F985-B35F-F60B-69C2532FF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025" y="-16539"/>
            <a:ext cx="5895975" cy="650211"/>
          </a:xfrm>
        </p:spPr>
        <p:txBody>
          <a:bodyPr anchor="b"/>
          <a:lstStyle>
            <a:lvl1pPr algn="l">
              <a:defRPr sz="2400" b="1">
                <a:solidFill>
                  <a:srgbClr val="FFFFFF"/>
                </a:solidFill>
                <a:latin typeface="Raleway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3DCE93F-2E2D-5FFC-AA86-23303988A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Icon, arrow&#10;&#10;Description automatically generated">
            <a:extLst>
              <a:ext uri="{FF2B5EF4-FFF2-40B4-BE49-F238E27FC236}">
                <a16:creationId xmlns:a16="http://schemas.microsoft.com/office/drawing/2014/main" id="{6EC37928-523A-5BEB-2903-3FA580052C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455" y="253208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88113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6F1FC1-9AB8-0D11-8A3A-BB3643B58673}"/>
              </a:ext>
            </a:extLst>
          </p:cNvPr>
          <p:cNvSpPr/>
          <p:nvPr userDrawn="1"/>
        </p:nvSpPr>
        <p:spPr>
          <a:xfrm>
            <a:off x="0" y="0"/>
            <a:ext cx="12192000" cy="754727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3EEDB-E108-B37B-076C-63E2A47379E1}"/>
              </a:ext>
            </a:extLst>
          </p:cNvPr>
          <p:cNvSpPr txBox="1"/>
          <p:nvPr userDrawn="1"/>
        </p:nvSpPr>
        <p:spPr>
          <a:xfrm>
            <a:off x="11862368" y="6479944"/>
            <a:ext cx="3746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BFDDFFD-9491-4FF8-A5D6-59B03CF0975B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pPr/>
              <a:t>‹#›</a:t>
            </a:fld>
            <a:endParaRPr lang="en-US" sz="1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2071494-F985-B35F-F60B-69C2532FF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025" y="-16539"/>
            <a:ext cx="8354315" cy="650211"/>
          </a:xfrm>
        </p:spPr>
        <p:txBody>
          <a:bodyPr anchor="b"/>
          <a:lstStyle>
            <a:lvl1pPr algn="l">
              <a:defRPr sz="2200" b="1">
                <a:solidFill>
                  <a:srgbClr val="FFFFFF"/>
                </a:solidFill>
                <a:latin typeface="Raleway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3DCE93F-2E2D-5FFC-AA86-23303988A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Icon, arrow&#10;&#10;Description automatically generated">
            <a:extLst>
              <a:ext uri="{FF2B5EF4-FFF2-40B4-BE49-F238E27FC236}">
                <a16:creationId xmlns:a16="http://schemas.microsoft.com/office/drawing/2014/main" id="{6EC37928-523A-5BEB-2903-3FA580052C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455" y="253208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022261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size adjusted slide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6F1FC1-9AB8-0D11-8A3A-BB3643B58673}"/>
              </a:ext>
            </a:extLst>
          </p:cNvPr>
          <p:cNvSpPr/>
          <p:nvPr userDrawn="1"/>
        </p:nvSpPr>
        <p:spPr>
          <a:xfrm>
            <a:off x="0" y="0"/>
            <a:ext cx="12192000" cy="754727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3EEDB-E108-B37B-076C-63E2A47379E1}"/>
              </a:ext>
            </a:extLst>
          </p:cNvPr>
          <p:cNvSpPr txBox="1"/>
          <p:nvPr userDrawn="1"/>
        </p:nvSpPr>
        <p:spPr>
          <a:xfrm>
            <a:off x="11862368" y="6479944"/>
            <a:ext cx="3746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BFDDFFD-9491-4FF8-A5D6-59B03CF0975B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pPr/>
              <a:t>‹#›</a:t>
            </a:fld>
            <a:endParaRPr lang="en-US" sz="1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2071494-F985-B35F-F60B-69C2532FF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025" y="187130"/>
            <a:ext cx="8354315" cy="380464"/>
          </a:xfrm>
        </p:spPr>
        <p:txBody>
          <a:bodyPr anchor="b"/>
          <a:lstStyle>
            <a:lvl1pPr algn="l">
              <a:defRPr sz="2000" b="1">
                <a:solidFill>
                  <a:srgbClr val="FFFFFF"/>
                </a:solidFill>
                <a:latin typeface="Raleway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3DCE93F-2E2D-5FFC-AA86-23303988A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Icon, arrow&#10;&#10;Description automatically generated">
            <a:extLst>
              <a:ext uri="{FF2B5EF4-FFF2-40B4-BE49-F238E27FC236}">
                <a16:creationId xmlns:a16="http://schemas.microsoft.com/office/drawing/2014/main" id="{6EC37928-523A-5BEB-2903-3FA580052C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455" y="253208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794447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size adjuste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6F1FC1-9AB8-0D11-8A3A-BB3643B58673}"/>
              </a:ext>
            </a:extLst>
          </p:cNvPr>
          <p:cNvSpPr/>
          <p:nvPr userDrawn="1"/>
        </p:nvSpPr>
        <p:spPr>
          <a:xfrm>
            <a:off x="0" y="0"/>
            <a:ext cx="12192000" cy="754727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3EEDB-E108-B37B-076C-63E2A47379E1}"/>
              </a:ext>
            </a:extLst>
          </p:cNvPr>
          <p:cNvSpPr txBox="1"/>
          <p:nvPr userDrawn="1"/>
        </p:nvSpPr>
        <p:spPr>
          <a:xfrm>
            <a:off x="11862368" y="6479944"/>
            <a:ext cx="3746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BFDDFFD-9491-4FF8-A5D6-59B03CF0975B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pPr/>
              <a:t>‹#›</a:t>
            </a:fld>
            <a:endParaRPr lang="en-US" sz="1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2071494-F985-B35F-F60B-69C2532FF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025" y="187130"/>
            <a:ext cx="8354315" cy="380464"/>
          </a:xfrm>
        </p:spPr>
        <p:txBody>
          <a:bodyPr anchor="b"/>
          <a:lstStyle>
            <a:lvl1pPr algn="l">
              <a:defRPr sz="2000" b="1">
                <a:solidFill>
                  <a:srgbClr val="FFFFFF"/>
                </a:solidFill>
                <a:latin typeface="Raleway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Icon, arrow&#10;&#10;Description automatically generated">
            <a:extLst>
              <a:ext uri="{FF2B5EF4-FFF2-40B4-BE49-F238E27FC236}">
                <a16:creationId xmlns:a16="http://schemas.microsoft.com/office/drawing/2014/main" id="{6EC37928-523A-5BEB-2903-3FA580052C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455" y="253208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022655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005688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0A813806-A679-A758-6BFA-568CCF1A9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51636"/>
            <a:ext cx="9144000" cy="754727"/>
          </a:xfrm>
        </p:spPr>
        <p:txBody>
          <a:bodyPr/>
          <a:lstStyle>
            <a:lvl1pPr marL="0" indent="0" algn="ctr">
              <a:buNone/>
              <a:defRPr sz="2800" b="1">
                <a:solidFill>
                  <a:srgbClr val="59002E"/>
                </a:solidFill>
                <a:latin typeface="Raleway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7C8727-F542-CC87-3221-6A1BB88D8271}"/>
              </a:ext>
            </a:extLst>
          </p:cNvPr>
          <p:cNvSpPr/>
          <p:nvPr userDrawn="1"/>
        </p:nvSpPr>
        <p:spPr>
          <a:xfrm>
            <a:off x="0" y="0"/>
            <a:ext cx="12192000" cy="754727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E5869C-CEA2-A9C6-5D69-D3B347A924D4}"/>
              </a:ext>
            </a:extLst>
          </p:cNvPr>
          <p:cNvSpPr txBox="1"/>
          <p:nvPr userDrawn="1"/>
        </p:nvSpPr>
        <p:spPr>
          <a:xfrm>
            <a:off x="11862368" y="6479944"/>
            <a:ext cx="3746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BFDDFFD-9491-4FF8-A5D6-59B03CF0975B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anose="020B0503030101060003" pitchFamily="34" charset="0"/>
                <a:ea typeface="+mn-ea"/>
                <a:cs typeface="+mn-cs"/>
              </a:rPr>
              <a:pPr/>
              <a:t>‹#›</a:t>
            </a:fld>
            <a:endParaRPr lang="en-US" sz="1000" dirty="0"/>
          </a:p>
        </p:txBody>
      </p:sp>
      <p:pic>
        <p:nvPicPr>
          <p:cNvPr id="2" name="Picture 1" descr="Icon, arrow&#10;&#10;Description automatically generated">
            <a:extLst>
              <a:ext uri="{FF2B5EF4-FFF2-40B4-BE49-F238E27FC236}">
                <a16:creationId xmlns:a16="http://schemas.microsoft.com/office/drawing/2014/main" id="{37908F2E-FCC8-DFAA-A6C3-C48C507AB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455" y="253208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83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8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8.xml"/><Relationship Id="rId17" Type="http://schemas.openxmlformats.org/officeDocument/2006/relationships/slideLayout" Target="../slideLayouts/slideLayout83.xml"/><Relationship Id="rId2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8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76.xml"/><Relationship Id="rId19" Type="http://schemas.openxmlformats.org/officeDocument/2006/relationships/theme" Target="../theme/theme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8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18" Type="http://schemas.openxmlformats.org/officeDocument/2006/relationships/theme" Target="../theme/theme7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4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2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24.xml"/><Relationship Id="rId17" Type="http://schemas.openxmlformats.org/officeDocument/2006/relationships/theme" Target="../theme/theme9.xml"/><Relationship Id="rId2" Type="http://schemas.openxmlformats.org/officeDocument/2006/relationships/slideLayout" Target="../slideLayouts/slideLayout114.xml"/><Relationship Id="rId16" Type="http://schemas.openxmlformats.org/officeDocument/2006/relationships/slideLayout" Target="../slideLayouts/slideLayout128.xml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6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41.xml"/><Relationship Id="rId3" Type="http://schemas.openxmlformats.org/officeDocument/2006/relationships/slideLayout" Target="../slideLayouts/slideLayout131.xml"/><Relationship Id="rId7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40.xml"/><Relationship Id="rId2" Type="http://schemas.openxmlformats.org/officeDocument/2006/relationships/slideLayout" Target="../slideLayouts/slideLayout130.xml"/><Relationship Id="rId1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9.xml"/><Relationship Id="rId5" Type="http://schemas.openxmlformats.org/officeDocument/2006/relationships/slideLayout" Target="../slideLayouts/slideLayout133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38.xml"/><Relationship Id="rId4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7.xml"/><Relationship Id="rId1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9.xml"/><Relationship Id="rId13" Type="http://schemas.openxmlformats.org/officeDocument/2006/relationships/slideLayout" Target="../slideLayouts/slideLayout154.xml"/><Relationship Id="rId18" Type="http://schemas.openxmlformats.org/officeDocument/2006/relationships/slideLayout" Target="../slideLayouts/slideLayout159.xml"/><Relationship Id="rId3" Type="http://schemas.openxmlformats.org/officeDocument/2006/relationships/slideLayout" Target="../slideLayouts/slideLayout144.xml"/><Relationship Id="rId7" Type="http://schemas.openxmlformats.org/officeDocument/2006/relationships/slideLayout" Target="../slideLayouts/slideLayout148.xml"/><Relationship Id="rId12" Type="http://schemas.openxmlformats.org/officeDocument/2006/relationships/slideLayout" Target="../slideLayouts/slideLayout153.xml"/><Relationship Id="rId17" Type="http://schemas.openxmlformats.org/officeDocument/2006/relationships/slideLayout" Target="../slideLayouts/slideLayout158.xml"/><Relationship Id="rId2" Type="http://schemas.openxmlformats.org/officeDocument/2006/relationships/slideLayout" Target="../slideLayouts/slideLayout143.xml"/><Relationship Id="rId16" Type="http://schemas.openxmlformats.org/officeDocument/2006/relationships/slideLayout" Target="../slideLayouts/slideLayout15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7.xml"/><Relationship Id="rId11" Type="http://schemas.openxmlformats.org/officeDocument/2006/relationships/slideLayout" Target="../slideLayouts/slideLayout152.xml"/><Relationship Id="rId5" Type="http://schemas.openxmlformats.org/officeDocument/2006/relationships/slideLayout" Target="../slideLayouts/slideLayout146.xml"/><Relationship Id="rId15" Type="http://schemas.openxmlformats.org/officeDocument/2006/relationships/slideLayout" Target="../slideLayouts/slideLayout156.xml"/><Relationship Id="rId10" Type="http://schemas.openxmlformats.org/officeDocument/2006/relationships/slideLayout" Target="../slideLayouts/slideLayout151.xml"/><Relationship Id="rId19" Type="http://schemas.openxmlformats.org/officeDocument/2006/relationships/theme" Target="../theme/theme11.xml"/><Relationship Id="rId4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50.xml"/><Relationship Id="rId14" Type="http://schemas.openxmlformats.org/officeDocument/2006/relationships/slideLayout" Target="../slideLayouts/slideLayout15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2.xml"/><Relationship Id="rId2" Type="http://schemas.openxmlformats.org/officeDocument/2006/relationships/slideLayout" Target="../slideLayouts/slideLayout161.xml"/><Relationship Id="rId1" Type="http://schemas.openxmlformats.org/officeDocument/2006/relationships/slideLayout" Target="../slideLayouts/slideLayout160.xml"/><Relationship Id="rId6" Type="http://schemas.openxmlformats.org/officeDocument/2006/relationships/image" Target="../media/image1.png"/><Relationship Id="rId5" Type="http://schemas.openxmlformats.org/officeDocument/2006/relationships/theme" Target="../theme/theme12.xml"/><Relationship Id="rId4" Type="http://schemas.openxmlformats.org/officeDocument/2006/relationships/slideLayout" Target="../slideLayouts/slideLayout163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70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65.xml"/><Relationship Id="rId1" Type="http://schemas.openxmlformats.org/officeDocument/2006/relationships/slideLayout" Target="../slideLayouts/slideLayout164.xml"/><Relationship Id="rId6" Type="http://schemas.openxmlformats.org/officeDocument/2006/relationships/slideLayout" Target="../slideLayouts/slideLayout169.xml"/><Relationship Id="rId11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68.xml"/><Relationship Id="rId10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67.xml"/><Relationship Id="rId9" Type="http://schemas.openxmlformats.org/officeDocument/2006/relationships/slideLayout" Target="../slideLayouts/slideLayout172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77.xml"/><Relationship Id="rId7" Type="http://schemas.openxmlformats.org/officeDocument/2006/relationships/slideLayout" Target="../slideLayouts/slideLayout181.xml"/><Relationship Id="rId2" Type="http://schemas.openxmlformats.org/officeDocument/2006/relationships/slideLayout" Target="../slideLayouts/slideLayout176.xml"/><Relationship Id="rId1" Type="http://schemas.openxmlformats.org/officeDocument/2006/relationships/slideLayout" Target="../slideLayouts/slideLayout175.xml"/><Relationship Id="rId6" Type="http://schemas.openxmlformats.org/officeDocument/2006/relationships/slideLayout" Target="../slideLayouts/slideLayout180.xml"/><Relationship Id="rId5" Type="http://schemas.openxmlformats.org/officeDocument/2006/relationships/slideLayout" Target="../slideLayouts/slideLayout179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78.xml"/><Relationship Id="rId9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0.xml"/><Relationship Id="rId3" Type="http://schemas.openxmlformats.org/officeDocument/2006/relationships/slideLayout" Target="../slideLayouts/slideLayout185.xml"/><Relationship Id="rId7" Type="http://schemas.openxmlformats.org/officeDocument/2006/relationships/slideLayout" Target="../slideLayouts/slideLayout189.xml"/><Relationship Id="rId2" Type="http://schemas.openxmlformats.org/officeDocument/2006/relationships/slideLayout" Target="../slideLayouts/slideLayout184.xml"/><Relationship Id="rId1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8.xml"/><Relationship Id="rId5" Type="http://schemas.openxmlformats.org/officeDocument/2006/relationships/slideLayout" Target="../slideLayouts/slideLayout187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86.xml"/><Relationship Id="rId9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93.xml"/><Relationship Id="rId7" Type="http://schemas.openxmlformats.org/officeDocument/2006/relationships/slideLayout" Target="../slideLayouts/slideLayout197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92.xml"/><Relationship Id="rId1" Type="http://schemas.openxmlformats.org/officeDocument/2006/relationships/slideLayout" Target="../slideLayouts/slideLayout191.xml"/><Relationship Id="rId6" Type="http://schemas.openxmlformats.org/officeDocument/2006/relationships/slideLayout" Target="../slideLayouts/slideLayout196.xml"/><Relationship Id="rId11" Type="http://schemas.openxmlformats.org/officeDocument/2006/relationships/slideLayout" Target="../slideLayouts/slideLayout201.xml"/><Relationship Id="rId5" Type="http://schemas.openxmlformats.org/officeDocument/2006/relationships/slideLayout" Target="../slideLayouts/slideLayout195.xml"/><Relationship Id="rId10" Type="http://schemas.openxmlformats.org/officeDocument/2006/relationships/slideLayout" Target="../slideLayouts/slideLayout200.xml"/><Relationship Id="rId4" Type="http://schemas.openxmlformats.org/officeDocument/2006/relationships/slideLayout" Target="../slideLayouts/slideLayout194.xml"/><Relationship Id="rId9" Type="http://schemas.openxmlformats.org/officeDocument/2006/relationships/slideLayout" Target="../slideLayouts/slideLayout199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9.xml"/><Relationship Id="rId3" Type="http://schemas.openxmlformats.org/officeDocument/2006/relationships/slideLayout" Target="../slideLayouts/slideLayout204.xml"/><Relationship Id="rId7" Type="http://schemas.openxmlformats.org/officeDocument/2006/relationships/slideLayout" Target="../slideLayouts/slideLayout208.xml"/><Relationship Id="rId2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202.xml"/><Relationship Id="rId6" Type="http://schemas.openxmlformats.org/officeDocument/2006/relationships/slideLayout" Target="../slideLayouts/slideLayout207.xml"/><Relationship Id="rId5" Type="http://schemas.openxmlformats.org/officeDocument/2006/relationships/slideLayout" Target="../slideLayouts/slideLayout206.xml"/><Relationship Id="rId10" Type="http://schemas.openxmlformats.org/officeDocument/2006/relationships/theme" Target="../theme/theme17.xml"/><Relationship Id="rId4" Type="http://schemas.openxmlformats.org/officeDocument/2006/relationships/slideLayout" Target="../slideLayouts/slideLayout205.xml"/><Relationship Id="rId9" Type="http://schemas.openxmlformats.org/officeDocument/2006/relationships/slideLayout" Target="../slideLayouts/slideLayout210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8.xml"/><Relationship Id="rId13" Type="http://schemas.openxmlformats.org/officeDocument/2006/relationships/theme" Target="../theme/theme18.xml"/><Relationship Id="rId3" Type="http://schemas.openxmlformats.org/officeDocument/2006/relationships/slideLayout" Target="../slideLayouts/slideLayout213.xml"/><Relationship Id="rId7" Type="http://schemas.openxmlformats.org/officeDocument/2006/relationships/slideLayout" Target="../slideLayouts/slideLayout217.xml"/><Relationship Id="rId12" Type="http://schemas.openxmlformats.org/officeDocument/2006/relationships/slideLayout" Target="../slideLayouts/slideLayout222.xml"/><Relationship Id="rId2" Type="http://schemas.openxmlformats.org/officeDocument/2006/relationships/slideLayout" Target="../slideLayouts/slideLayout212.xml"/><Relationship Id="rId1" Type="http://schemas.openxmlformats.org/officeDocument/2006/relationships/slideLayout" Target="../slideLayouts/slideLayout211.xml"/><Relationship Id="rId6" Type="http://schemas.openxmlformats.org/officeDocument/2006/relationships/slideLayout" Target="../slideLayouts/slideLayout216.xml"/><Relationship Id="rId11" Type="http://schemas.openxmlformats.org/officeDocument/2006/relationships/slideLayout" Target="../slideLayouts/slideLayout221.xml"/><Relationship Id="rId5" Type="http://schemas.openxmlformats.org/officeDocument/2006/relationships/slideLayout" Target="../slideLayouts/slideLayout215.xml"/><Relationship Id="rId10" Type="http://schemas.openxmlformats.org/officeDocument/2006/relationships/slideLayout" Target="../slideLayouts/slideLayout220.xml"/><Relationship Id="rId4" Type="http://schemas.openxmlformats.org/officeDocument/2006/relationships/slideLayout" Target="../slideLayouts/slideLayout214.xml"/><Relationship Id="rId9" Type="http://schemas.openxmlformats.org/officeDocument/2006/relationships/slideLayout" Target="../slideLayouts/slideLayout219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0.xml"/><Relationship Id="rId3" Type="http://schemas.openxmlformats.org/officeDocument/2006/relationships/slideLayout" Target="../slideLayouts/slideLayout225.xml"/><Relationship Id="rId7" Type="http://schemas.openxmlformats.org/officeDocument/2006/relationships/slideLayout" Target="../slideLayouts/slideLayout229.xml"/><Relationship Id="rId12" Type="http://schemas.openxmlformats.org/officeDocument/2006/relationships/theme" Target="../theme/theme19.xml"/><Relationship Id="rId2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23.xml"/><Relationship Id="rId6" Type="http://schemas.openxmlformats.org/officeDocument/2006/relationships/slideLayout" Target="../slideLayouts/slideLayout228.xml"/><Relationship Id="rId11" Type="http://schemas.openxmlformats.org/officeDocument/2006/relationships/slideLayout" Target="../slideLayouts/slideLayout233.xml"/><Relationship Id="rId5" Type="http://schemas.openxmlformats.org/officeDocument/2006/relationships/slideLayout" Target="../slideLayouts/slideLayout227.xml"/><Relationship Id="rId10" Type="http://schemas.openxmlformats.org/officeDocument/2006/relationships/slideLayout" Target="../slideLayouts/slideLayout232.xml"/><Relationship Id="rId4" Type="http://schemas.openxmlformats.org/officeDocument/2006/relationships/slideLayout" Target="../slideLayouts/slideLayout226.xml"/><Relationship Id="rId9" Type="http://schemas.openxmlformats.org/officeDocument/2006/relationships/slideLayout" Target="../slideLayouts/slideLayout2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287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0602B7-0A9C-41D3-9F5B-61AB74747F70}"/>
              </a:ext>
            </a:extLst>
          </p:cNvPr>
          <p:cNvSpPr/>
          <p:nvPr userDrawn="1"/>
        </p:nvSpPr>
        <p:spPr>
          <a:xfrm>
            <a:off x="0" y="0"/>
            <a:ext cx="3081528" cy="548640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Icon, arrow&#10;&#10;Description automatically generated">
            <a:extLst>
              <a:ext uri="{FF2B5EF4-FFF2-40B4-BE49-F238E27FC236}">
                <a16:creationId xmlns:a16="http://schemas.microsoft.com/office/drawing/2014/main" id="{DB697D6C-FAEF-4DB4-8C1E-10282467F6A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" y="127594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685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63" r:id="rId5"/>
    <p:sldLayoutId id="2147483664" r:id="rId6"/>
    <p:sldLayoutId id="2147483665" r:id="rId7"/>
    <p:sldLayoutId id="2147483675" r:id="rId8"/>
    <p:sldLayoutId id="2147483898" r:id="rId9"/>
    <p:sldLayoutId id="2147483915" r:id="rId10"/>
    <p:sldLayoutId id="2147484062" r:id="rId11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defRPr sz="2100" b="1" kern="1200" spc="-113">
          <a:solidFill>
            <a:srgbClr val="59002E"/>
          </a:solidFill>
          <a:latin typeface="Raleway" panose="020B0503030101060003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287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5F7074-9F96-4790-9B1F-864C597C7D37}"/>
              </a:ext>
            </a:extLst>
          </p:cNvPr>
          <p:cNvSpPr/>
          <p:nvPr userDrawn="1"/>
        </p:nvSpPr>
        <p:spPr>
          <a:xfrm>
            <a:off x="0" y="0"/>
            <a:ext cx="3081528" cy="548640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Icon, arrow&#10;&#10;Description automatically generated">
            <a:extLst>
              <a:ext uri="{FF2B5EF4-FFF2-40B4-BE49-F238E27FC236}">
                <a16:creationId xmlns:a16="http://schemas.microsoft.com/office/drawing/2014/main" id="{B217EBC8-4977-4BB5-A41E-5E388AF883F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" y="127594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0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700" r:id="rId6"/>
    <p:sldLayoutId id="2147483701" r:id="rId7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defRPr sz="2100" b="1" kern="1200" spc="-113">
          <a:solidFill>
            <a:srgbClr val="59002E"/>
          </a:solidFill>
          <a:latin typeface="Raleway" panose="020B0503030101060003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287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84552C-3CE6-4900-BCAC-5F2B87E80A3E}"/>
              </a:ext>
            </a:extLst>
          </p:cNvPr>
          <p:cNvSpPr/>
          <p:nvPr userDrawn="1"/>
        </p:nvSpPr>
        <p:spPr>
          <a:xfrm>
            <a:off x="0" y="0"/>
            <a:ext cx="3081528" cy="548640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Icon, arrow&#10;&#10;Description automatically generated">
            <a:extLst>
              <a:ext uri="{FF2B5EF4-FFF2-40B4-BE49-F238E27FC236}">
                <a16:creationId xmlns:a16="http://schemas.microsoft.com/office/drawing/2014/main" id="{935B9577-2036-4133-A25F-AB6D7E34FAA0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" y="127594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2" r:id="rId9"/>
    <p:sldLayoutId id="2147483713" r:id="rId10"/>
    <p:sldLayoutId id="2147483714" r:id="rId11"/>
    <p:sldLayoutId id="2147483715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35" r:id="rId18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defRPr sz="2100" b="1" kern="1200" spc="-113">
          <a:solidFill>
            <a:srgbClr val="59002E"/>
          </a:solidFill>
          <a:latin typeface="Raleway" panose="020B0503030101060003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287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509DAB-1F82-46C0-8119-5F7C8CFF2E3A}"/>
              </a:ext>
            </a:extLst>
          </p:cNvPr>
          <p:cNvSpPr/>
          <p:nvPr userDrawn="1"/>
        </p:nvSpPr>
        <p:spPr>
          <a:xfrm>
            <a:off x="1" y="0"/>
            <a:ext cx="3081528" cy="548640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10" dirty="0"/>
          </a:p>
        </p:txBody>
      </p:sp>
      <p:pic>
        <p:nvPicPr>
          <p:cNvPr id="7" name="Picture 6" descr="Icon, arrow&#10;&#10;Description automatically generated">
            <a:extLst>
              <a:ext uri="{FF2B5EF4-FFF2-40B4-BE49-F238E27FC236}">
                <a16:creationId xmlns:a16="http://schemas.microsoft.com/office/drawing/2014/main" id="{7922556E-03F1-478F-A3AA-646684D97049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" y="127595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848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  <p:sldLayoutId id="2147483756" r:id="rId18"/>
    <p:sldLayoutId id="2147483757" r:id="rId19"/>
    <p:sldLayoutId id="2147483760" r:id="rId20"/>
  </p:sldLayoutIdLst>
  <p:hf hdr="0" ftr="0" dt="0"/>
  <p:txStyles>
    <p:titleStyle>
      <a:lvl1pPr algn="l" defTabSz="499249" rtl="0" eaLnBrk="1" latinLnBrk="0" hangingPunct="1">
        <a:spcBef>
          <a:spcPct val="0"/>
        </a:spcBef>
        <a:buNone/>
        <a:defRPr sz="1529" b="1" kern="1200" spc="-82">
          <a:solidFill>
            <a:srgbClr val="59002E"/>
          </a:solidFill>
          <a:latin typeface="Raleway" panose="020B0503030101060003" pitchFamily="34" charset="0"/>
          <a:ea typeface="+mj-ea"/>
          <a:cs typeface="+mj-cs"/>
        </a:defRPr>
      </a:lvl1pPr>
    </p:titleStyle>
    <p:bodyStyle>
      <a:lvl1pPr marL="187218" indent="-187218" algn="l" defTabSz="499249" rtl="0" eaLnBrk="1" latinLnBrk="0" hangingPunct="1">
        <a:spcBef>
          <a:spcPct val="20000"/>
        </a:spcBef>
        <a:buFont typeface="Arial" pitchFamily="34" charset="0"/>
        <a:buChar char="•"/>
        <a:defRPr sz="1747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1pPr>
      <a:lvl2pPr marL="405640" indent="-156015" algn="l" defTabSz="499249" rtl="0" eaLnBrk="1" latinLnBrk="0" hangingPunct="1">
        <a:spcBef>
          <a:spcPct val="20000"/>
        </a:spcBef>
        <a:buFont typeface="Arial" pitchFamily="34" charset="0"/>
        <a:buChar char="–"/>
        <a:defRPr sz="1529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2pPr>
      <a:lvl3pPr marL="624061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31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3pPr>
      <a:lvl4pPr marL="873685" indent="-124812" algn="l" defTabSz="499249" rtl="0" eaLnBrk="1" latinLnBrk="0" hangingPunct="1">
        <a:spcBef>
          <a:spcPct val="20000"/>
        </a:spcBef>
        <a:buFont typeface="Arial" pitchFamily="34" charset="0"/>
        <a:buChar char="–"/>
        <a:defRPr sz="1092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4pPr>
      <a:lvl5pPr marL="1123309" indent="-124812" algn="l" defTabSz="499249" rtl="0" eaLnBrk="1" latinLnBrk="0" hangingPunct="1">
        <a:spcBef>
          <a:spcPct val="20000"/>
        </a:spcBef>
        <a:buFont typeface="Arial" pitchFamily="34" charset="0"/>
        <a:buChar char="»"/>
        <a:defRPr sz="1092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5pPr>
      <a:lvl6pPr marL="1372934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6pPr>
      <a:lvl7pPr marL="1622558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7pPr>
      <a:lvl8pPr marL="1872183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8pPr>
      <a:lvl9pPr marL="2121807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1pPr>
      <a:lvl2pPr marL="249625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2pPr>
      <a:lvl3pPr marL="499249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3pPr>
      <a:lvl4pPr marL="748873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4pPr>
      <a:lvl5pPr marL="998497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5pPr>
      <a:lvl6pPr marL="1248122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6pPr>
      <a:lvl7pPr marL="1497746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7pPr>
      <a:lvl8pPr marL="1747371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8pPr>
      <a:lvl9pPr marL="1996995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287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D7B4AC-2871-41B1-82CB-913F3C9E35F4}"/>
              </a:ext>
            </a:extLst>
          </p:cNvPr>
          <p:cNvSpPr/>
          <p:nvPr userDrawn="1"/>
        </p:nvSpPr>
        <p:spPr>
          <a:xfrm>
            <a:off x="0" y="0"/>
            <a:ext cx="3081528" cy="548640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Icon, arrow&#10;&#10;Description automatically generated">
            <a:extLst>
              <a:ext uri="{FF2B5EF4-FFF2-40B4-BE49-F238E27FC236}">
                <a16:creationId xmlns:a16="http://schemas.microsoft.com/office/drawing/2014/main" id="{73A92E41-5316-41C3-AE3C-C0E6F2170C0E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" y="127594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496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defRPr sz="2100" b="1" kern="1200" spc="-113">
          <a:solidFill>
            <a:srgbClr val="59002E"/>
          </a:solidFill>
          <a:latin typeface="Raleway" panose="020B0503030101060003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287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509DAB-1F82-46C0-8119-5F7C8CFF2E3A}"/>
              </a:ext>
            </a:extLst>
          </p:cNvPr>
          <p:cNvSpPr/>
          <p:nvPr userDrawn="1"/>
        </p:nvSpPr>
        <p:spPr>
          <a:xfrm>
            <a:off x="1" y="0"/>
            <a:ext cx="3081528" cy="548640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10" dirty="0"/>
          </a:p>
        </p:txBody>
      </p:sp>
      <p:pic>
        <p:nvPicPr>
          <p:cNvPr id="7" name="Picture 6" descr="Icon, arrow&#10;&#10;Description automatically generated">
            <a:extLst>
              <a:ext uri="{FF2B5EF4-FFF2-40B4-BE49-F238E27FC236}">
                <a16:creationId xmlns:a16="http://schemas.microsoft.com/office/drawing/2014/main" id="{7922556E-03F1-478F-A3AA-646684D97049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" y="127595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789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3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  <p:sldLayoutId id="2147483803" r:id="rId15"/>
    <p:sldLayoutId id="2147483804" r:id="rId16"/>
    <p:sldLayoutId id="2147483805" r:id="rId17"/>
    <p:sldLayoutId id="2147483926" r:id="rId18"/>
  </p:sldLayoutIdLst>
  <p:hf sldNum="0" hdr="0" ftr="0" dt="0"/>
  <p:txStyles>
    <p:titleStyle>
      <a:lvl1pPr algn="l" defTabSz="499249" rtl="0" eaLnBrk="1" latinLnBrk="0" hangingPunct="1">
        <a:spcBef>
          <a:spcPct val="0"/>
        </a:spcBef>
        <a:buNone/>
        <a:defRPr sz="1529" b="1" kern="1200" spc="-82">
          <a:solidFill>
            <a:srgbClr val="59002E"/>
          </a:solidFill>
          <a:latin typeface="Raleway" panose="020B0503030101060003" pitchFamily="34" charset="0"/>
          <a:ea typeface="+mj-ea"/>
          <a:cs typeface="+mj-cs"/>
        </a:defRPr>
      </a:lvl1pPr>
    </p:titleStyle>
    <p:bodyStyle>
      <a:lvl1pPr marL="187218" indent="-187218" algn="l" defTabSz="499249" rtl="0" eaLnBrk="1" latinLnBrk="0" hangingPunct="1">
        <a:spcBef>
          <a:spcPct val="20000"/>
        </a:spcBef>
        <a:buFont typeface="Arial" pitchFamily="34" charset="0"/>
        <a:buChar char="•"/>
        <a:defRPr sz="1747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1pPr>
      <a:lvl2pPr marL="405640" indent="-156015" algn="l" defTabSz="499249" rtl="0" eaLnBrk="1" latinLnBrk="0" hangingPunct="1">
        <a:spcBef>
          <a:spcPct val="20000"/>
        </a:spcBef>
        <a:buFont typeface="Arial" pitchFamily="34" charset="0"/>
        <a:buChar char="–"/>
        <a:defRPr sz="1529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2pPr>
      <a:lvl3pPr marL="624061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31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3pPr>
      <a:lvl4pPr marL="873685" indent="-124812" algn="l" defTabSz="499249" rtl="0" eaLnBrk="1" latinLnBrk="0" hangingPunct="1">
        <a:spcBef>
          <a:spcPct val="20000"/>
        </a:spcBef>
        <a:buFont typeface="Arial" pitchFamily="34" charset="0"/>
        <a:buChar char="–"/>
        <a:defRPr sz="1092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4pPr>
      <a:lvl5pPr marL="1123309" indent="-124812" algn="l" defTabSz="499249" rtl="0" eaLnBrk="1" latinLnBrk="0" hangingPunct="1">
        <a:spcBef>
          <a:spcPct val="20000"/>
        </a:spcBef>
        <a:buFont typeface="Arial" pitchFamily="34" charset="0"/>
        <a:buChar char="»"/>
        <a:defRPr sz="1092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5pPr>
      <a:lvl6pPr marL="1372934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6pPr>
      <a:lvl7pPr marL="1622558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7pPr>
      <a:lvl8pPr marL="1872183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8pPr>
      <a:lvl9pPr marL="2121807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1pPr>
      <a:lvl2pPr marL="249625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2pPr>
      <a:lvl3pPr marL="499249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3pPr>
      <a:lvl4pPr marL="748873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4pPr>
      <a:lvl5pPr marL="998497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5pPr>
      <a:lvl6pPr marL="1248122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6pPr>
      <a:lvl7pPr marL="1497746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7pPr>
      <a:lvl8pPr marL="1747371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8pPr>
      <a:lvl9pPr marL="1996995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287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509DAB-1F82-46C0-8119-5F7C8CFF2E3A}"/>
              </a:ext>
            </a:extLst>
          </p:cNvPr>
          <p:cNvSpPr/>
          <p:nvPr userDrawn="1"/>
        </p:nvSpPr>
        <p:spPr>
          <a:xfrm>
            <a:off x="2" y="0"/>
            <a:ext cx="3081528" cy="548640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4" dirty="0"/>
          </a:p>
        </p:txBody>
      </p:sp>
      <p:pic>
        <p:nvPicPr>
          <p:cNvPr id="7" name="Picture 6" descr="Icon, arrow&#10;&#10;Description automatically generated">
            <a:extLst>
              <a:ext uri="{FF2B5EF4-FFF2-40B4-BE49-F238E27FC236}">
                <a16:creationId xmlns:a16="http://schemas.microsoft.com/office/drawing/2014/main" id="{7922556E-03F1-478F-A3AA-646684D97049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" y="127596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140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  <p:sldLayoutId id="2147483826" r:id="rId17"/>
  </p:sldLayoutIdLst>
  <p:hf sldNum="0" hdr="0" ftr="0" dt="0"/>
  <p:txStyles>
    <p:titleStyle>
      <a:lvl1pPr algn="l" defTabSz="363443" rtl="0" eaLnBrk="1" latinLnBrk="0" hangingPunct="1">
        <a:spcBef>
          <a:spcPct val="0"/>
        </a:spcBef>
        <a:buNone/>
        <a:defRPr sz="1113" b="1" kern="1200" spc="-60">
          <a:solidFill>
            <a:srgbClr val="59002E"/>
          </a:solidFill>
          <a:latin typeface="Raleway" panose="020B0503030101060003" pitchFamily="34" charset="0"/>
          <a:ea typeface="+mj-ea"/>
          <a:cs typeface="+mj-cs"/>
        </a:defRPr>
      </a:lvl1pPr>
    </p:titleStyle>
    <p:bodyStyle>
      <a:lvl1pPr marL="136291" indent="-136291" algn="l" defTabSz="363443" rtl="0" eaLnBrk="1" latinLnBrk="0" hangingPunct="1">
        <a:spcBef>
          <a:spcPct val="20000"/>
        </a:spcBef>
        <a:buFont typeface="Arial" pitchFamily="34" charset="0"/>
        <a:buChar char="•"/>
        <a:defRPr sz="1272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1pPr>
      <a:lvl2pPr marL="295298" indent="-113575" algn="l" defTabSz="363443" rtl="0" eaLnBrk="1" latinLnBrk="0" hangingPunct="1">
        <a:spcBef>
          <a:spcPct val="20000"/>
        </a:spcBef>
        <a:buFont typeface="Arial" pitchFamily="34" charset="0"/>
        <a:buChar char="–"/>
        <a:defRPr sz="1113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2pPr>
      <a:lvl3pPr marL="454304" indent="-90861" algn="l" defTabSz="363443" rtl="0" eaLnBrk="1" latinLnBrk="0" hangingPunct="1">
        <a:spcBef>
          <a:spcPct val="20000"/>
        </a:spcBef>
        <a:buFont typeface="Arial" pitchFamily="34" charset="0"/>
        <a:buChar char="•"/>
        <a:defRPr sz="954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3pPr>
      <a:lvl4pPr marL="636025" indent="-90861" algn="l" defTabSz="363443" rtl="0" eaLnBrk="1" latinLnBrk="0" hangingPunct="1">
        <a:spcBef>
          <a:spcPct val="20000"/>
        </a:spcBef>
        <a:buFont typeface="Arial" pitchFamily="34" charset="0"/>
        <a:buChar char="–"/>
        <a:defRPr sz="795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4pPr>
      <a:lvl5pPr marL="817747" indent="-90861" algn="l" defTabSz="363443" rtl="0" eaLnBrk="1" latinLnBrk="0" hangingPunct="1">
        <a:spcBef>
          <a:spcPct val="20000"/>
        </a:spcBef>
        <a:buFont typeface="Arial" pitchFamily="34" charset="0"/>
        <a:buChar char="»"/>
        <a:defRPr sz="795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5pPr>
      <a:lvl6pPr marL="999469" indent="-90861" algn="l" defTabSz="363443" rtl="0" eaLnBrk="1" latinLnBrk="0" hangingPunct="1">
        <a:spcBef>
          <a:spcPct val="20000"/>
        </a:spcBef>
        <a:buFont typeface="Arial" pitchFamily="34" charset="0"/>
        <a:buChar char="•"/>
        <a:defRPr sz="795" kern="1200">
          <a:solidFill>
            <a:schemeClr val="tx1"/>
          </a:solidFill>
          <a:latin typeface="+mn-lt"/>
          <a:ea typeface="+mn-ea"/>
          <a:cs typeface="+mn-cs"/>
        </a:defRPr>
      </a:lvl6pPr>
      <a:lvl7pPr marL="1181189" indent="-90861" algn="l" defTabSz="363443" rtl="0" eaLnBrk="1" latinLnBrk="0" hangingPunct="1">
        <a:spcBef>
          <a:spcPct val="20000"/>
        </a:spcBef>
        <a:buFont typeface="Arial" pitchFamily="34" charset="0"/>
        <a:buChar char="•"/>
        <a:defRPr sz="795" kern="1200">
          <a:solidFill>
            <a:schemeClr val="tx1"/>
          </a:solidFill>
          <a:latin typeface="+mn-lt"/>
          <a:ea typeface="+mn-ea"/>
          <a:cs typeface="+mn-cs"/>
        </a:defRPr>
      </a:lvl7pPr>
      <a:lvl8pPr marL="1362912" indent="-90861" algn="l" defTabSz="363443" rtl="0" eaLnBrk="1" latinLnBrk="0" hangingPunct="1">
        <a:spcBef>
          <a:spcPct val="20000"/>
        </a:spcBef>
        <a:buFont typeface="Arial" pitchFamily="34" charset="0"/>
        <a:buChar char="•"/>
        <a:defRPr sz="795" kern="1200">
          <a:solidFill>
            <a:schemeClr val="tx1"/>
          </a:solidFill>
          <a:latin typeface="+mn-lt"/>
          <a:ea typeface="+mn-ea"/>
          <a:cs typeface="+mn-cs"/>
        </a:defRPr>
      </a:lvl8pPr>
      <a:lvl9pPr marL="1544633" indent="-90861" algn="l" defTabSz="363443" rtl="0" eaLnBrk="1" latinLnBrk="0" hangingPunct="1">
        <a:spcBef>
          <a:spcPct val="20000"/>
        </a:spcBef>
        <a:buFont typeface="Arial" pitchFamily="34" charset="0"/>
        <a:buChar char="•"/>
        <a:defRPr sz="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3443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1pPr>
      <a:lvl2pPr marL="181722" algn="l" defTabSz="363443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2pPr>
      <a:lvl3pPr marL="363443" algn="l" defTabSz="363443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3pPr>
      <a:lvl4pPr marL="545164" algn="l" defTabSz="363443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4pPr>
      <a:lvl5pPr marL="726886" algn="l" defTabSz="363443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5pPr>
      <a:lvl6pPr marL="908608" algn="l" defTabSz="363443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6pPr>
      <a:lvl7pPr marL="1090329" algn="l" defTabSz="363443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7pPr>
      <a:lvl8pPr marL="1272051" algn="l" defTabSz="363443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8pPr>
      <a:lvl9pPr marL="1453773" algn="l" defTabSz="363443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287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0602B7-0A9C-41D3-9F5B-61AB74747F70}"/>
              </a:ext>
            </a:extLst>
          </p:cNvPr>
          <p:cNvSpPr/>
          <p:nvPr userDrawn="1"/>
        </p:nvSpPr>
        <p:spPr>
          <a:xfrm>
            <a:off x="1" y="0"/>
            <a:ext cx="3081528" cy="548640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10" dirty="0"/>
          </a:p>
        </p:txBody>
      </p:sp>
      <p:pic>
        <p:nvPicPr>
          <p:cNvPr id="7" name="Picture 6" descr="Icon, arrow&#10;&#10;Description automatically generated">
            <a:extLst>
              <a:ext uri="{FF2B5EF4-FFF2-40B4-BE49-F238E27FC236}">
                <a16:creationId xmlns:a16="http://schemas.microsoft.com/office/drawing/2014/main" id="{DB697D6C-FAEF-4DB4-8C1E-10282467F6A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" y="127595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539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hf hdr="0" ftr="0" dt="0"/>
  <p:txStyles>
    <p:titleStyle>
      <a:lvl1pPr algn="l" defTabSz="499249" rtl="0" eaLnBrk="1" latinLnBrk="0" hangingPunct="1">
        <a:spcBef>
          <a:spcPct val="0"/>
        </a:spcBef>
        <a:buNone/>
        <a:defRPr sz="1529" b="1" kern="1200" spc="-82">
          <a:solidFill>
            <a:srgbClr val="59002E"/>
          </a:solidFill>
          <a:latin typeface="Raleway" panose="020B0503030101060003" pitchFamily="34" charset="0"/>
          <a:ea typeface="+mj-ea"/>
          <a:cs typeface="+mj-cs"/>
        </a:defRPr>
      </a:lvl1pPr>
    </p:titleStyle>
    <p:bodyStyle>
      <a:lvl1pPr marL="187218" indent="-187218" algn="l" defTabSz="499249" rtl="0" eaLnBrk="1" latinLnBrk="0" hangingPunct="1">
        <a:spcBef>
          <a:spcPct val="20000"/>
        </a:spcBef>
        <a:buFont typeface="Arial" pitchFamily="34" charset="0"/>
        <a:buChar char="•"/>
        <a:defRPr sz="1747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1pPr>
      <a:lvl2pPr marL="405640" indent="-156015" algn="l" defTabSz="499249" rtl="0" eaLnBrk="1" latinLnBrk="0" hangingPunct="1">
        <a:spcBef>
          <a:spcPct val="20000"/>
        </a:spcBef>
        <a:buFont typeface="Arial" pitchFamily="34" charset="0"/>
        <a:buChar char="–"/>
        <a:defRPr sz="1529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2pPr>
      <a:lvl3pPr marL="624061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31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3pPr>
      <a:lvl4pPr marL="873685" indent="-124812" algn="l" defTabSz="499249" rtl="0" eaLnBrk="1" latinLnBrk="0" hangingPunct="1">
        <a:spcBef>
          <a:spcPct val="20000"/>
        </a:spcBef>
        <a:buFont typeface="Arial" pitchFamily="34" charset="0"/>
        <a:buChar char="–"/>
        <a:defRPr sz="1092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4pPr>
      <a:lvl5pPr marL="1123309" indent="-124812" algn="l" defTabSz="499249" rtl="0" eaLnBrk="1" latinLnBrk="0" hangingPunct="1">
        <a:spcBef>
          <a:spcPct val="20000"/>
        </a:spcBef>
        <a:buFont typeface="Arial" pitchFamily="34" charset="0"/>
        <a:buChar char="»"/>
        <a:defRPr sz="1092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5pPr>
      <a:lvl6pPr marL="1372934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6pPr>
      <a:lvl7pPr marL="1622558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7pPr>
      <a:lvl8pPr marL="1872183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8pPr>
      <a:lvl9pPr marL="2121807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1pPr>
      <a:lvl2pPr marL="249625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2pPr>
      <a:lvl3pPr marL="499249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3pPr>
      <a:lvl4pPr marL="748873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4pPr>
      <a:lvl5pPr marL="998497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5pPr>
      <a:lvl6pPr marL="1248122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6pPr>
      <a:lvl7pPr marL="1497746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7pPr>
      <a:lvl8pPr marL="1747371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8pPr>
      <a:lvl9pPr marL="1996995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287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84552C-3CE6-4900-BCAC-5F2B87E80A3E}"/>
              </a:ext>
            </a:extLst>
          </p:cNvPr>
          <p:cNvSpPr/>
          <p:nvPr userDrawn="1"/>
        </p:nvSpPr>
        <p:spPr>
          <a:xfrm>
            <a:off x="1" y="0"/>
            <a:ext cx="3081528" cy="548640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10" dirty="0"/>
          </a:p>
        </p:txBody>
      </p:sp>
      <p:pic>
        <p:nvPicPr>
          <p:cNvPr id="7" name="Picture 6" descr="Icon, arrow&#10;&#10;Description automatically generated">
            <a:extLst>
              <a:ext uri="{FF2B5EF4-FFF2-40B4-BE49-F238E27FC236}">
                <a16:creationId xmlns:a16="http://schemas.microsoft.com/office/drawing/2014/main" id="{935B9577-2036-4133-A25F-AB6D7E34FAA0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" y="127595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55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  <p:sldLayoutId id="2147483857" r:id="rId15"/>
    <p:sldLayoutId id="2147483858" r:id="rId16"/>
  </p:sldLayoutIdLst>
  <p:hf hdr="0" ftr="0" dt="0"/>
  <p:txStyles>
    <p:titleStyle>
      <a:lvl1pPr algn="l" defTabSz="499249" rtl="0" eaLnBrk="1" latinLnBrk="0" hangingPunct="1">
        <a:spcBef>
          <a:spcPct val="0"/>
        </a:spcBef>
        <a:buNone/>
        <a:defRPr sz="1529" b="1" kern="1200" spc="-82">
          <a:solidFill>
            <a:srgbClr val="59002E"/>
          </a:solidFill>
          <a:latin typeface="Raleway" panose="020B0503030101060003" pitchFamily="34" charset="0"/>
          <a:ea typeface="+mj-ea"/>
          <a:cs typeface="+mj-cs"/>
        </a:defRPr>
      </a:lvl1pPr>
    </p:titleStyle>
    <p:bodyStyle>
      <a:lvl1pPr marL="187218" indent="-187218" algn="l" defTabSz="499249" rtl="0" eaLnBrk="1" latinLnBrk="0" hangingPunct="1">
        <a:spcBef>
          <a:spcPct val="20000"/>
        </a:spcBef>
        <a:buFont typeface="Arial" pitchFamily="34" charset="0"/>
        <a:buChar char="•"/>
        <a:defRPr sz="1747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1pPr>
      <a:lvl2pPr marL="405640" indent="-156015" algn="l" defTabSz="499249" rtl="0" eaLnBrk="1" latinLnBrk="0" hangingPunct="1">
        <a:spcBef>
          <a:spcPct val="20000"/>
        </a:spcBef>
        <a:buFont typeface="Arial" pitchFamily="34" charset="0"/>
        <a:buChar char="–"/>
        <a:defRPr sz="1529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2pPr>
      <a:lvl3pPr marL="624061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31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3pPr>
      <a:lvl4pPr marL="873685" indent="-124812" algn="l" defTabSz="499249" rtl="0" eaLnBrk="1" latinLnBrk="0" hangingPunct="1">
        <a:spcBef>
          <a:spcPct val="20000"/>
        </a:spcBef>
        <a:buFont typeface="Arial" pitchFamily="34" charset="0"/>
        <a:buChar char="–"/>
        <a:defRPr sz="1092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4pPr>
      <a:lvl5pPr marL="1123309" indent="-124812" algn="l" defTabSz="499249" rtl="0" eaLnBrk="1" latinLnBrk="0" hangingPunct="1">
        <a:spcBef>
          <a:spcPct val="20000"/>
        </a:spcBef>
        <a:buFont typeface="Arial" pitchFamily="34" charset="0"/>
        <a:buChar char="»"/>
        <a:defRPr sz="1092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5pPr>
      <a:lvl6pPr marL="1372934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6pPr>
      <a:lvl7pPr marL="1622558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7pPr>
      <a:lvl8pPr marL="1872183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8pPr>
      <a:lvl9pPr marL="2121807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1pPr>
      <a:lvl2pPr marL="249625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2pPr>
      <a:lvl3pPr marL="499249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3pPr>
      <a:lvl4pPr marL="748873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4pPr>
      <a:lvl5pPr marL="998497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5pPr>
      <a:lvl6pPr marL="1248122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6pPr>
      <a:lvl7pPr marL="1497746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7pPr>
      <a:lvl8pPr marL="1747371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8pPr>
      <a:lvl9pPr marL="1996995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287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0602B7-0A9C-41D3-9F5B-61AB74747F70}"/>
              </a:ext>
            </a:extLst>
          </p:cNvPr>
          <p:cNvSpPr/>
          <p:nvPr userDrawn="1"/>
        </p:nvSpPr>
        <p:spPr>
          <a:xfrm>
            <a:off x="1" y="0"/>
            <a:ext cx="3081528" cy="548640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10" dirty="0"/>
          </a:p>
        </p:txBody>
      </p:sp>
      <p:pic>
        <p:nvPicPr>
          <p:cNvPr id="7" name="Picture 6" descr="Icon, arrow&#10;&#10;Description automatically generated">
            <a:extLst>
              <a:ext uri="{FF2B5EF4-FFF2-40B4-BE49-F238E27FC236}">
                <a16:creationId xmlns:a16="http://schemas.microsoft.com/office/drawing/2014/main" id="{DB697D6C-FAEF-4DB4-8C1E-10282467F6A1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" y="127595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651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97" r:id="rId13"/>
  </p:sldLayoutIdLst>
  <p:hf sldNum="0" hdr="0" ftr="0" dt="0"/>
  <p:txStyles>
    <p:titleStyle>
      <a:lvl1pPr algn="l" defTabSz="499249" rtl="0" eaLnBrk="1" latinLnBrk="0" hangingPunct="1">
        <a:spcBef>
          <a:spcPct val="0"/>
        </a:spcBef>
        <a:buNone/>
        <a:defRPr sz="1529" b="1" kern="1200" spc="-82">
          <a:solidFill>
            <a:srgbClr val="59002E"/>
          </a:solidFill>
          <a:latin typeface="Raleway" panose="020B0503030101060003" pitchFamily="34" charset="0"/>
          <a:ea typeface="+mj-ea"/>
          <a:cs typeface="+mj-cs"/>
        </a:defRPr>
      </a:lvl1pPr>
    </p:titleStyle>
    <p:bodyStyle>
      <a:lvl1pPr marL="187218" indent="-187218" algn="l" defTabSz="499249" rtl="0" eaLnBrk="1" latinLnBrk="0" hangingPunct="1">
        <a:spcBef>
          <a:spcPct val="20000"/>
        </a:spcBef>
        <a:buFont typeface="Arial" pitchFamily="34" charset="0"/>
        <a:buChar char="•"/>
        <a:defRPr sz="1747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1pPr>
      <a:lvl2pPr marL="405640" indent="-156015" algn="l" defTabSz="499249" rtl="0" eaLnBrk="1" latinLnBrk="0" hangingPunct="1">
        <a:spcBef>
          <a:spcPct val="20000"/>
        </a:spcBef>
        <a:buFont typeface="Arial" pitchFamily="34" charset="0"/>
        <a:buChar char="–"/>
        <a:defRPr sz="1529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2pPr>
      <a:lvl3pPr marL="624061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31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3pPr>
      <a:lvl4pPr marL="873685" indent="-124812" algn="l" defTabSz="499249" rtl="0" eaLnBrk="1" latinLnBrk="0" hangingPunct="1">
        <a:spcBef>
          <a:spcPct val="20000"/>
        </a:spcBef>
        <a:buFont typeface="Arial" pitchFamily="34" charset="0"/>
        <a:buChar char="–"/>
        <a:defRPr sz="1092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4pPr>
      <a:lvl5pPr marL="1123309" indent="-124812" algn="l" defTabSz="499249" rtl="0" eaLnBrk="1" latinLnBrk="0" hangingPunct="1">
        <a:spcBef>
          <a:spcPct val="20000"/>
        </a:spcBef>
        <a:buFont typeface="Arial" pitchFamily="34" charset="0"/>
        <a:buChar char="»"/>
        <a:defRPr sz="1092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5pPr>
      <a:lvl6pPr marL="1372934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6pPr>
      <a:lvl7pPr marL="1622558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7pPr>
      <a:lvl8pPr marL="1872183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8pPr>
      <a:lvl9pPr marL="2121807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1pPr>
      <a:lvl2pPr marL="249625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2pPr>
      <a:lvl3pPr marL="499249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3pPr>
      <a:lvl4pPr marL="748873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4pPr>
      <a:lvl5pPr marL="998497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5pPr>
      <a:lvl6pPr marL="1248122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6pPr>
      <a:lvl7pPr marL="1497746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7pPr>
      <a:lvl8pPr marL="1747371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8pPr>
      <a:lvl9pPr marL="1996995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287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84552C-3CE6-4900-BCAC-5F2B87E80A3E}"/>
              </a:ext>
            </a:extLst>
          </p:cNvPr>
          <p:cNvSpPr/>
          <p:nvPr userDrawn="1"/>
        </p:nvSpPr>
        <p:spPr>
          <a:xfrm>
            <a:off x="1" y="0"/>
            <a:ext cx="3081528" cy="548640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10" dirty="0"/>
          </a:p>
        </p:txBody>
      </p:sp>
      <p:pic>
        <p:nvPicPr>
          <p:cNvPr id="7" name="Picture 6" descr="Icon, arrow&#10;&#10;Description automatically generated">
            <a:extLst>
              <a:ext uri="{FF2B5EF4-FFF2-40B4-BE49-F238E27FC236}">
                <a16:creationId xmlns:a16="http://schemas.microsoft.com/office/drawing/2014/main" id="{935B9577-2036-4133-A25F-AB6D7E34FAA0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" y="127595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062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3" r:id="rId9"/>
    <p:sldLayoutId id="2147483884" r:id="rId10"/>
    <p:sldLayoutId id="2147483885" r:id="rId11"/>
    <p:sldLayoutId id="2147483886" r:id="rId12"/>
    <p:sldLayoutId id="2147483887" r:id="rId13"/>
    <p:sldLayoutId id="2147483888" r:id="rId14"/>
    <p:sldLayoutId id="2147483889" r:id="rId15"/>
    <p:sldLayoutId id="2147483890" r:id="rId16"/>
    <p:sldLayoutId id="2147483891" r:id="rId17"/>
    <p:sldLayoutId id="2147483892" r:id="rId18"/>
  </p:sldLayoutIdLst>
  <p:hf sldNum="0" hdr="0" ftr="0" dt="0"/>
  <p:txStyles>
    <p:titleStyle>
      <a:lvl1pPr algn="l" defTabSz="499249" rtl="0" eaLnBrk="1" latinLnBrk="0" hangingPunct="1">
        <a:spcBef>
          <a:spcPct val="0"/>
        </a:spcBef>
        <a:buNone/>
        <a:defRPr sz="1529" b="1" kern="1200" spc="-82">
          <a:solidFill>
            <a:srgbClr val="59002E"/>
          </a:solidFill>
          <a:latin typeface="Raleway" panose="020B0503030101060003" pitchFamily="34" charset="0"/>
          <a:ea typeface="+mj-ea"/>
          <a:cs typeface="+mj-cs"/>
        </a:defRPr>
      </a:lvl1pPr>
    </p:titleStyle>
    <p:bodyStyle>
      <a:lvl1pPr marL="187218" indent="-187218" algn="l" defTabSz="499249" rtl="0" eaLnBrk="1" latinLnBrk="0" hangingPunct="1">
        <a:spcBef>
          <a:spcPct val="20000"/>
        </a:spcBef>
        <a:buFont typeface="Arial" pitchFamily="34" charset="0"/>
        <a:buChar char="•"/>
        <a:defRPr sz="1747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1pPr>
      <a:lvl2pPr marL="405640" indent="-156015" algn="l" defTabSz="499249" rtl="0" eaLnBrk="1" latinLnBrk="0" hangingPunct="1">
        <a:spcBef>
          <a:spcPct val="20000"/>
        </a:spcBef>
        <a:buFont typeface="Arial" pitchFamily="34" charset="0"/>
        <a:buChar char="–"/>
        <a:defRPr sz="1529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2pPr>
      <a:lvl3pPr marL="624061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31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3pPr>
      <a:lvl4pPr marL="873685" indent="-124812" algn="l" defTabSz="499249" rtl="0" eaLnBrk="1" latinLnBrk="0" hangingPunct="1">
        <a:spcBef>
          <a:spcPct val="20000"/>
        </a:spcBef>
        <a:buFont typeface="Arial" pitchFamily="34" charset="0"/>
        <a:buChar char="–"/>
        <a:defRPr sz="1092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4pPr>
      <a:lvl5pPr marL="1123309" indent="-124812" algn="l" defTabSz="499249" rtl="0" eaLnBrk="1" latinLnBrk="0" hangingPunct="1">
        <a:spcBef>
          <a:spcPct val="20000"/>
        </a:spcBef>
        <a:buFont typeface="Arial" pitchFamily="34" charset="0"/>
        <a:buChar char="»"/>
        <a:defRPr sz="1092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5pPr>
      <a:lvl6pPr marL="1372934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6pPr>
      <a:lvl7pPr marL="1622558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7pPr>
      <a:lvl8pPr marL="1872183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8pPr>
      <a:lvl9pPr marL="2121807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1pPr>
      <a:lvl2pPr marL="249625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2pPr>
      <a:lvl3pPr marL="499249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3pPr>
      <a:lvl4pPr marL="748873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4pPr>
      <a:lvl5pPr marL="998497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5pPr>
      <a:lvl6pPr marL="1248122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6pPr>
      <a:lvl7pPr marL="1497746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7pPr>
      <a:lvl8pPr marL="1747371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8pPr>
      <a:lvl9pPr marL="1996995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287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E4B6C4-D2F0-4776-B56C-C26715D0EBC8}"/>
              </a:ext>
            </a:extLst>
          </p:cNvPr>
          <p:cNvSpPr/>
          <p:nvPr userDrawn="1"/>
        </p:nvSpPr>
        <p:spPr>
          <a:xfrm>
            <a:off x="1" y="0"/>
            <a:ext cx="3081528" cy="548640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10" dirty="0"/>
          </a:p>
        </p:txBody>
      </p:sp>
      <p:pic>
        <p:nvPicPr>
          <p:cNvPr id="8" name="Picture 7" descr="Icon, arrow&#10;&#10;Description automatically generated">
            <a:extLst>
              <a:ext uri="{FF2B5EF4-FFF2-40B4-BE49-F238E27FC236}">
                <a16:creationId xmlns:a16="http://schemas.microsoft.com/office/drawing/2014/main" id="{29E9B38B-6E43-451F-8CF3-9BE59969411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" y="127595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631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928" r:id="rId4"/>
  </p:sldLayoutIdLst>
  <p:hf hdr="0" ftr="0" dt="0"/>
  <p:txStyles>
    <p:titleStyle>
      <a:lvl1pPr algn="l" defTabSz="499249" rtl="0" eaLnBrk="1" latinLnBrk="0" hangingPunct="1">
        <a:spcBef>
          <a:spcPct val="0"/>
        </a:spcBef>
        <a:buNone/>
        <a:defRPr sz="1529" b="1" kern="1200" spc="-82">
          <a:solidFill>
            <a:srgbClr val="59002E"/>
          </a:solidFill>
          <a:latin typeface="Raleway" panose="020B0503030101060003" pitchFamily="34" charset="0"/>
          <a:ea typeface="+mj-ea"/>
          <a:cs typeface="+mj-cs"/>
        </a:defRPr>
      </a:lvl1pPr>
    </p:titleStyle>
    <p:bodyStyle>
      <a:lvl1pPr marL="187218" indent="-187218" algn="l" defTabSz="499249" rtl="0" eaLnBrk="1" latinLnBrk="0" hangingPunct="1">
        <a:spcBef>
          <a:spcPct val="20000"/>
        </a:spcBef>
        <a:buFont typeface="Arial" pitchFamily="34" charset="0"/>
        <a:buChar char="•"/>
        <a:defRPr sz="1747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1pPr>
      <a:lvl2pPr marL="405640" indent="-156015" algn="l" defTabSz="499249" rtl="0" eaLnBrk="1" latinLnBrk="0" hangingPunct="1">
        <a:spcBef>
          <a:spcPct val="20000"/>
        </a:spcBef>
        <a:buFont typeface="Arial" pitchFamily="34" charset="0"/>
        <a:buChar char="–"/>
        <a:defRPr sz="1529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2pPr>
      <a:lvl3pPr marL="624061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31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3pPr>
      <a:lvl4pPr marL="873685" indent="-124812" algn="l" defTabSz="499249" rtl="0" eaLnBrk="1" latinLnBrk="0" hangingPunct="1">
        <a:spcBef>
          <a:spcPct val="20000"/>
        </a:spcBef>
        <a:buFont typeface="Arial" pitchFamily="34" charset="0"/>
        <a:buChar char="–"/>
        <a:defRPr sz="1092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4pPr>
      <a:lvl5pPr marL="1123309" indent="-124812" algn="l" defTabSz="499249" rtl="0" eaLnBrk="1" latinLnBrk="0" hangingPunct="1">
        <a:spcBef>
          <a:spcPct val="20000"/>
        </a:spcBef>
        <a:buFont typeface="Arial" pitchFamily="34" charset="0"/>
        <a:buChar char="»"/>
        <a:defRPr sz="1092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5pPr>
      <a:lvl6pPr marL="1372934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6pPr>
      <a:lvl7pPr marL="1622558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7pPr>
      <a:lvl8pPr marL="1872183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8pPr>
      <a:lvl9pPr marL="2121807" indent="-124812" algn="l" defTabSz="499249" rtl="0" eaLnBrk="1" latinLnBrk="0" hangingPunct="1">
        <a:spcBef>
          <a:spcPct val="20000"/>
        </a:spcBef>
        <a:buFont typeface="Arial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1pPr>
      <a:lvl2pPr marL="249625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2pPr>
      <a:lvl3pPr marL="499249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3pPr>
      <a:lvl4pPr marL="748873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4pPr>
      <a:lvl5pPr marL="998497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5pPr>
      <a:lvl6pPr marL="1248122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6pPr>
      <a:lvl7pPr marL="1497746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7pPr>
      <a:lvl8pPr marL="1747371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8pPr>
      <a:lvl9pPr marL="1996995" algn="l" defTabSz="499249" rtl="0" eaLnBrk="1" latinLnBrk="0" hangingPunct="1">
        <a:defRPr sz="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287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0602B7-0A9C-41D3-9F5B-61AB74747F70}"/>
              </a:ext>
            </a:extLst>
          </p:cNvPr>
          <p:cNvSpPr/>
          <p:nvPr userDrawn="1"/>
        </p:nvSpPr>
        <p:spPr>
          <a:xfrm>
            <a:off x="0" y="0"/>
            <a:ext cx="3081528" cy="548640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Icon, arrow&#10;&#10;Description automatically generated">
            <a:extLst>
              <a:ext uri="{FF2B5EF4-FFF2-40B4-BE49-F238E27FC236}">
                <a16:creationId xmlns:a16="http://schemas.microsoft.com/office/drawing/2014/main" id="{DB697D6C-FAEF-4DB4-8C1E-10282467F6A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" y="127594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908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defRPr sz="2100" b="1" kern="1200" spc="-113">
          <a:solidFill>
            <a:srgbClr val="59002E"/>
          </a:solidFill>
          <a:latin typeface="Raleway" panose="020B0503030101060003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287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7E7473-4F46-4B6D-B8DA-06477EC0EE61}"/>
              </a:ext>
            </a:extLst>
          </p:cNvPr>
          <p:cNvSpPr/>
          <p:nvPr userDrawn="1"/>
        </p:nvSpPr>
        <p:spPr>
          <a:xfrm>
            <a:off x="0" y="0"/>
            <a:ext cx="3081528" cy="548640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Icon, arrow&#10;&#10;Description automatically generated">
            <a:extLst>
              <a:ext uri="{FF2B5EF4-FFF2-40B4-BE49-F238E27FC236}">
                <a16:creationId xmlns:a16="http://schemas.microsoft.com/office/drawing/2014/main" id="{52BF7258-ECCB-4D0F-BB0E-E0015F8C72F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" y="127594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257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4" r:id="rId7"/>
    <p:sldLayoutId id="2147483925" r:id="rId8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defRPr sz="2100" b="1" kern="1200" spc="-113">
          <a:solidFill>
            <a:srgbClr val="59002E"/>
          </a:solidFill>
          <a:latin typeface="Raleway" panose="020B0503030101060003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287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7E7473-4F46-4B6D-B8DA-06477EC0EE61}"/>
              </a:ext>
            </a:extLst>
          </p:cNvPr>
          <p:cNvSpPr/>
          <p:nvPr userDrawn="1"/>
        </p:nvSpPr>
        <p:spPr>
          <a:xfrm>
            <a:off x="0" y="0"/>
            <a:ext cx="3081528" cy="548640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Icon, arrow&#10;&#10;Description automatically generated">
            <a:extLst>
              <a:ext uri="{FF2B5EF4-FFF2-40B4-BE49-F238E27FC236}">
                <a16:creationId xmlns:a16="http://schemas.microsoft.com/office/drawing/2014/main" id="{52BF7258-ECCB-4D0F-BB0E-E0015F8C72F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" y="127594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50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defRPr sz="2100" b="1" kern="1200" spc="-113">
          <a:solidFill>
            <a:srgbClr val="59002E"/>
          </a:solidFill>
          <a:latin typeface="Raleway" panose="020B0503030101060003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972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Current Portfolio Investment Detail by Maturity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0602B7-0A9C-41D3-9F5B-61AB74747F70}"/>
              </a:ext>
            </a:extLst>
          </p:cNvPr>
          <p:cNvSpPr/>
          <p:nvPr userDrawn="1"/>
        </p:nvSpPr>
        <p:spPr>
          <a:xfrm>
            <a:off x="0" y="0"/>
            <a:ext cx="3081528" cy="548640"/>
          </a:xfrm>
          <a:prstGeom prst="rect">
            <a:avLst/>
          </a:prstGeom>
          <a:solidFill>
            <a:srgbClr val="5900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Icon, arrow&#10;&#10;Description automatically generated">
            <a:extLst>
              <a:ext uri="{FF2B5EF4-FFF2-40B4-BE49-F238E27FC236}">
                <a16:creationId xmlns:a16="http://schemas.microsoft.com/office/drawing/2014/main" id="{DB697D6C-FAEF-4DB4-8C1E-10282467F6A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" y="127594"/>
            <a:ext cx="3017520" cy="2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776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  <p:sldLayoutId id="2147483948" r:id="rId10"/>
    <p:sldLayoutId id="2147483949" r:id="rId11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defRPr sz="2100" b="1" kern="1200" spc="-113">
          <a:solidFill>
            <a:srgbClr val="59002E"/>
          </a:solidFill>
          <a:latin typeface="Raleway" panose="020B0503030101060003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Raleway" panose="020B0503030101060003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AD504-0024-3808-A862-7275266BB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74239-6268-DCC7-3DB5-904D95DAB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E72D5-1581-0FBA-235C-EB6FA8D935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371B95-C663-4F04-83EB-EC4508922BA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1F24E-2EE3-54D8-5E57-C84AB5808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37CB2-64E3-0CBE-65B9-A04B3D31C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B2180C-23EE-4272-9A00-6A967CD76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09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4019" r:id="rId2"/>
    <p:sldLayoutId id="2147484024" r:id="rId3"/>
    <p:sldLayoutId id="2147484014" r:id="rId4"/>
    <p:sldLayoutId id="2147484023" r:id="rId5"/>
    <p:sldLayoutId id="2147484020" r:id="rId6"/>
    <p:sldLayoutId id="2147484025" r:id="rId7"/>
    <p:sldLayoutId id="2147483971" r:id="rId8"/>
    <p:sldLayoutId id="214748402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B14307-8FC8-1BCE-6BA4-EC1C94A75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391D1-1753-57D9-A239-96B203E69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F5793-D099-2EA5-CC99-DFB69AE281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75FC11-7AE8-4C1F-A6E9-6F0CE1E8890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29F63-EDF1-E454-61AF-B29B6C52FF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B33C1-F7A3-ABE7-39F0-7351418735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EB58E8-32B5-46FE-BF28-0210D5AE0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621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  <p:sldLayoutId id="214748404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AD504-0024-3808-A862-7275266BB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74239-6268-DCC7-3DB5-904D95DAB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E72D5-1581-0FBA-235C-EB6FA8D935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371B95-C663-4F04-83EB-EC4508922BA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1F24E-2EE3-54D8-5E57-C84AB5808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37CB2-64E3-0CBE-65B9-A04B3D31C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B2180C-23EE-4272-9A00-6A967CD76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26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1" r:id="rId1"/>
    <p:sldLayoutId id="2147484052" r:id="rId2"/>
    <p:sldLayoutId id="2147484053" r:id="rId3"/>
    <p:sldLayoutId id="2147484054" r:id="rId4"/>
    <p:sldLayoutId id="2147484055" r:id="rId5"/>
    <p:sldLayoutId id="2147484056" r:id="rId6"/>
    <p:sldLayoutId id="2147484057" r:id="rId7"/>
    <p:sldLayoutId id="2147484058" r:id="rId8"/>
    <p:sldLayoutId id="2147484059" r:id="rId9"/>
    <p:sldLayoutId id="2147484060" r:id="rId10"/>
    <p:sldLayoutId id="21474840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2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2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2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2.xml"/><Relationship Id="rId4" Type="http://schemas.openxmlformats.org/officeDocument/2006/relationships/chart" Target="../charts/char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2.xml"/><Relationship Id="rId4" Type="http://schemas.openxmlformats.org/officeDocument/2006/relationships/chart" Target="../charts/char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2.xml"/><Relationship Id="rId4" Type="http://schemas.openxmlformats.org/officeDocument/2006/relationships/chart" Target="../charts/char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 descr="ck">
            <a:extLst>
              <a:ext uri="{FF2B5EF4-FFF2-40B4-BE49-F238E27FC236}">
                <a16:creationId xmlns:a16="http://schemas.microsoft.com/office/drawing/2014/main" id="{050EBF5A-E05D-441B-B7C4-872BB0913584}"/>
              </a:ext>
            </a:extLst>
          </p:cNvPr>
          <p:cNvSpPr/>
          <p:nvPr/>
        </p:nvSpPr>
        <p:spPr>
          <a:xfrm>
            <a:off x="-1" y="-2"/>
            <a:ext cx="8704151" cy="6858002"/>
          </a:xfrm>
          <a:custGeom>
            <a:avLst/>
            <a:gdLst>
              <a:gd name="csX0" fmla="*/ 0 w 8365401"/>
              <a:gd name="csY0" fmla="*/ 0 h 6858000"/>
              <a:gd name="csX1" fmla="*/ 5328267 w 8365401"/>
              <a:gd name="csY1" fmla="*/ 0 h 6858000"/>
              <a:gd name="csX2" fmla="*/ 8365401 w 8365401"/>
              <a:gd name="csY2" fmla="*/ 3429000 h 6858000"/>
              <a:gd name="csX3" fmla="*/ 5328267 w 8365401"/>
              <a:gd name="csY3" fmla="*/ 6858000 h 6858000"/>
              <a:gd name="csX4" fmla="*/ 0 w 8365401"/>
              <a:gd name="csY4" fmla="*/ 6858000 h 6858000"/>
              <a:gd name="csX5" fmla="*/ 0 w 8365401"/>
              <a:gd name="csY5" fmla="*/ 0 h 6858000"/>
              <a:gd name="csX0" fmla="*/ 0 w 8700379"/>
              <a:gd name="csY0" fmla="*/ 0 h 6858000"/>
              <a:gd name="csX1" fmla="*/ 5328267 w 8700379"/>
              <a:gd name="csY1" fmla="*/ 0 h 6858000"/>
              <a:gd name="csX2" fmla="*/ 8700379 w 8700379"/>
              <a:gd name="csY2" fmla="*/ 3429000 h 6858000"/>
              <a:gd name="csX3" fmla="*/ 5328267 w 8700379"/>
              <a:gd name="csY3" fmla="*/ 6858000 h 6858000"/>
              <a:gd name="csX4" fmla="*/ 0 w 8700379"/>
              <a:gd name="csY4" fmla="*/ 6858000 h 6858000"/>
              <a:gd name="csX5" fmla="*/ 0 w 8700379"/>
              <a:gd name="csY5" fmla="*/ 0 h 6858000"/>
              <a:gd name="csX0" fmla="*/ 0 w 8627951"/>
              <a:gd name="csY0" fmla="*/ 0 h 6858000"/>
              <a:gd name="csX1" fmla="*/ 5328267 w 8627951"/>
              <a:gd name="csY1" fmla="*/ 0 h 6858000"/>
              <a:gd name="csX2" fmla="*/ 8627951 w 8627951"/>
              <a:gd name="csY2" fmla="*/ 3429000 h 6858000"/>
              <a:gd name="csX3" fmla="*/ 5328267 w 8627951"/>
              <a:gd name="csY3" fmla="*/ 6858000 h 6858000"/>
              <a:gd name="csX4" fmla="*/ 0 w 8627951"/>
              <a:gd name="csY4" fmla="*/ 6858000 h 6858000"/>
              <a:gd name="csX5" fmla="*/ 0 w 8627951"/>
              <a:gd name="csY5" fmla="*/ 0 h 6858000"/>
              <a:gd name="csX0" fmla="*/ 0 w 8704151"/>
              <a:gd name="csY0" fmla="*/ 0 h 6858000"/>
              <a:gd name="csX1" fmla="*/ 5328267 w 8704151"/>
              <a:gd name="csY1" fmla="*/ 0 h 6858000"/>
              <a:gd name="csX2" fmla="*/ 8704151 w 8704151"/>
              <a:gd name="csY2" fmla="*/ 3429000 h 6858000"/>
              <a:gd name="csX3" fmla="*/ 5328267 w 8704151"/>
              <a:gd name="csY3" fmla="*/ 6858000 h 6858000"/>
              <a:gd name="csX4" fmla="*/ 0 w 8704151"/>
              <a:gd name="csY4" fmla="*/ 6858000 h 6858000"/>
              <a:gd name="csX5" fmla="*/ 0 w 8704151"/>
              <a:gd name="csY5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704151" h="6858000">
                <a:moveTo>
                  <a:pt x="0" y="0"/>
                </a:moveTo>
                <a:lnTo>
                  <a:pt x="5328267" y="0"/>
                </a:lnTo>
                <a:lnTo>
                  <a:pt x="8704151" y="3429000"/>
                </a:lnTo>
                <a:lnTo>
                  <a:pt x="532826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778139FB-3834-BB8E-C0A8-FF53C1C0C0FE}"/>
              </a:ext>
            </a:extLst>
          </p:cNvPr>
          <p:cNvSpPr/>
          <p:nvPr/>
        </p:nvSpPr>
        <p:spPr>
          <a:xfrm rot="16200000">
            <a:off x="8729373" y="3395371"/>
            <a:ext cx="3444119" cy="3481138"/>
          </a:xfrm>
          <a:prstGeom prst="rtTriangle">
            <a:avLst/>
          </a:prstGeom>
          <a:solidFill>
            <a:srgbClr val="59002E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EBD6EC-240C-88D3-B687-0E2A9EF69535}"/>
              </a:ext>
            </a:extLst>
          </p:cNvPr>
          <p:cNvSpPr txBox="1"/>
          <p:nvPr/>
        </p:nvSpPr>
        <p:spPr>
          <a:xfrm>
            <a:off x="-1" y="2141046"/>
            <a:ext cx="791609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685800">
              <a:spcBef>
                <a:spcPct val="0"/>
              </a:spcBef>
              <a:defRPr/>
            </a:pPr>
            <a:r>
              <a:rPr lang="en-US" sz="3200" b="1" spc="-113" dirty="0">
                <a:solidFill>
                  <a:srgbClr val="630021"/>
                </a:solidFill>
                <a:latin typeface="Raleway" pitchFamily="2" charset="0"/>
              </a:rPr>
              <a:t>Genter Capital Management</a:t>
            </a:r>
          </a:p>
          <a:p>
            <a:pPr lvl="0" algn="ctr" defTabSz="685800">
              <a:spcBef>
                <a:spcPct val="0"/>
              </a:spcBef>
              <a:defRPr/>
            </a:pPr>
            <a:r>
              <a:rPr lang="en-US" sz="3200" b="1" spc="-113" dirty="0">
                <a:solidFill>
                  <a:srgbClr val="630021"/>
                </a:solidFill>
                <a:latin typeface="Raleway" pitchFamily="2" charset="0"/>
              </a:rPr>
              <a:t> Portfolio Analysis and Review Service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564CA4F-D3AD-F771-D9DD-777F64907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9279" y="4794434"/>
            <a:ext cx="2362983" cy="2362983"/>
          </a:xfrm>
          <a:prstGeom prst="rect">
            <a:avLst/>
          </a:prstGeom>
        </p:spPr>
      </p:pic>
      <p:sp>
        <p:nvSpPr>
          <p:cNvPr id="4" name="Right Triangle 3">
            <a:extLst>
              <a:ext uri="{FF2B5EF4-FFF2-40B4-BE49-F238E27FC236}">
                <a16:creationId xmlns:a16="http://schemas.microsoft.com/office/drawing/2014/main" id="{C9114C35-EDF8-7FC5-F223-79D6F2D03BB9}"/>
              </a:ext>
            </a:extLst>
          </p:cNvPr>
          <p:cNvSpPr/>
          <p:nvPr/>
        </p:nvSpPr>
        <p:spPr>
          <a:xfrm rot="5400000" flipV="1">
            <a:off x="8741136" y="-36983"/>
            <a:ext cx="3413880" cy="3487851"/>
          </a:xfrm>
          <a:prstGeom prst="rtTriangle">
            <a:avLst/>
          </a:prstGeom>
          <a:solidFill>
            <a:srgbClr val="59002E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trategy + Portfolio Amt">
            <a:extLst>
              <a:ext uri="{FF2B5EF4-FFF2-40B4-BE49-F238E27FC236}">
                <a16:creationId xmlns:a16="http://schemas.microsoft.com/office/drawing/2014/main" id="{C22D5551-D1A1-34C7-F7F7-D2940AD85BF4}"/>
              </a:ext>
            </a:extLst>
          </p:cNvPr>
          <p:cNvSpPr txBox="1"/>
          <p:nvPr/>
        </p:nvSpPr>
        <p:spPr>
          <a:xfrm>
            <a:off x="1368038" y="4227864"/>
            <a:ext cx="47279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-113" normalizeH="0" baseline="0" noProof="0" dirty="0">
                <a:ln>
                  <a:noFill/>
                </a:ln>
                <a:solidFill>
                  <a:srgbClr val="5900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Municipal Quality Intermediate in the amount of</a:t>
            </a:r>
            <a:r>
              <a:rPr lang="en-US" sz="2000" i="1" spc="-113" dirty="0">
                <a:solidFill>
                  <a:srgbClr val="59002E"/>
                </a:solidFill>
                <a:latin typeface="Calibri"/>
              </a:rPr>
              <a:t>:</a:t>
            </a:r>
            <a:endParaRPr kumimoji="0" lang="en-US" sz="2000" b="0" i="1" u="none" strike="noStrike" kern="1200" cap="none" spc="-113" normalizeH="0" baseline="0" noProof="0" dirty="0">
              <a:ln>
                <a:noFill/>
              </a:ln>
              <a:solidFill>
                <a:srgbClr val="5900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ClientName">
            <a:extLst>
              <a:ext uri="{FF2B5EF4-FFF2-40B4-BE49-F238E27FC236}">
                <a16:creationId xmlns:a16="http://schemas.microsoft.com/office/drawing/2014/main" id="{28361794-859E-75FD-456A-EF5C700A2367}"/>
              </a:ext>
            </a:extLst>
          </p:cNvPr>
          <p:cNvSpPr txBox="1"/>
          <p:nvPr/>
        </p:nvSpPr>
        <p:spPr>
          <a:xfrm>
            <a:off x="-6714" y="3136611"/>
            <a:ext cx="79160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685800">
              <a:spcBef>
                <a:spcPct val="0"/>
              </a:spcBef>
              <a:defRPr/>
            </a:pPr>
            <a:r>
              <a:rPr lang="en-US" sz="2800" b="1" spc="-113" dirty="0">
                <a:solidFill>
                  <a:srgbClr val="630021"/>
                </a:solidFill>
                <a:latin typeface="Raleway" pitchFamily="2" charset="0"/>
              </a:rPr>
              <a:t>Prepared For: CLIENT NAME HERE</a:t>
            </a:r>
          </a:p>
        </p:txBody>
      </p:sp>
      <p:sp>
        <p:nvSpPr>
          <p:cNvPr id="9" name="AdvisorName">
            <a:extLst>
              <a:ext uri="{FF2B5EF4-FFF2-40B4-BE49-F238E27FC236}">
                <a16:creationId xmlns:a16="http://schemas.microsoft.com/office/drawing/2014/main" id="{68C5ECDE-1795-41B9-089A-C3C759766B51}"/>
              </a:ext>
            </a:extLst>
          </p:cNvPr>
          <p:cNvSpPr txBox="1"/>
          <p:nvPr/>
        </p:nvSpPr>
        <p:spPr>
          <a:xfrm>
            <a:off x="0" y="3601631"/>
            <a:ext cx="79160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685800">
              <a:spcBef>
                <a:spcPct val="0"/>
              </a:spcBef>
              <a:defRPr/>
            </a:pPr>
            <a:r>
              <a:rPr lang="en-US" sz="2800" b="1" spc="-113" dirty="0">
                <a:solidFill>
                  <a:srgbClr val="630021"/>
                </a:solidFill>
                <a:latin typeface="Raleway" pitchFamily="2" charset="0"/>
              </a:rPr>
              <a:t>Presented By: ADVISOR NAME HERE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1E7C93-A6CB-7C2D-8943-7804E4A37C65}"/>
              </a:ext>
            </a:extLst>
          </p:cNvPr>
          <p:cNvSpPr txBox="1"/>
          <p:nvPr/>
        </p:nvSpPr>
        <p:spPr>
          <a:xfrm>
            <a:off x="1368038" y="5470173"/>
            <a:ext cx="47279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-113" normalizeH="0" baseline="0" noProof="0" dirty="0">
                <a:ln>
                  <a:noFill/>
                </a:ln>
                <a:solidFill>
                  <a:srgbClr val="5900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Seizing Opportunity &amp; Preserving Wealth For Over Half a Century</a:t>
            </a:r>
          </a:p>
        </p:txBody>
      </p:sp>
      <p:sp>
        <p:nvSpPr>
          <p:cNvPr id="13" name="ValueBox">
            <a:extLst>
              <a:ext uri="{FF2B5EF4-FFF2-40B4-BE49-F238E27FC236}">
                <a16:creationId xmlns:a16="http://schemas.microsoft.com/office/drawing/2014/main" id="{149E4C1A-599C-DB09-F925-F20DDE99B407}"/>
              </a:ext>
            </a:extLst>
          </p:cNvPr>
          <p:cNvSpPr txBox="1"/>
          <p:nvPr/>
        </p:nvSpPr>
        <p:spPr>
          <a:xfrm>
            <a:off x="1368038" y="4636344"/>
            <a:ext cx="47279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-113" normalizeH="0" baseline="0" noProof="0">
                <a:ln>
                  <a:noFill/>
                </a:ln>
                <a:solidFill>
                  <a:srgbClr val="5900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Portfolio Value Here</a:t>
            </a:r>
            <a:endParaRPr kumimoji="0" lang="en-US" sz="2400" b="1" i="1" u="none" strike="noStrike" kern="1200" cap="none" spc="-113" normalizeH="0" baseline="0" noProof="0" dirty="0">
              <a:ln>
                <a:noFill/>
              </a:ln>
              <a:solidFill>
                <a:srgbClr val="59002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7649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6C546-7ECF-09C5-2272-5E013C283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A446F8C9-804B-1D60-284A-476C59E5D0E8}"/>
              </a:ext>
            </a:extLst>
          </p:cNvPr>
          <p:cNvSpPr txBox="1">
            <a:spLocks/>
          </p:cNvSpPr>
          <p:nvPr/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" panose="020B0503030101060003" pitchFamily="34" charset="0"/>
              <a:ea typeface="+mn-ea"/>
              <a:cs typeface="+mn-cs"/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A47CCE86-CD38-974A-EA20-B95686282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26" y="159960"/>
            <a:ext cx="7619376" cy="433034"/>
          </a:xfrm>
        </p:spPr>
        <p:txBody>
          <a:bodyPr>
            <a:normAutofit/>
          </a:bodyPr>
          <a:lstStyle/>
          <a:p>
            <a:r>
              <a:rPr lang="en-US" sz="2400" dirty="0"/>
              <a:t>Credit Risk Assessment – Current Portfolio</a:t>
            </a:r>
          </a:p>
        </p:txBody>
      </p:sp>
    </p:spTree>
    <p:extLst>
      <p:ext uri="{BB962C8B-B14F-4D97-AF65-F5344CB8AC3E}">
        <p14:creationId xmlns:p14="http://schemas.microsoft.com/office/powerpoint/2010/main" val="4110595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EE095-43E4-BECB-7103-B5CD47035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63E63DB3-7629-4DEE-B74F-D5722FF5C73A}"/>
              </a:ext>
            </a:extLst>
          </p:cNvPr>
          <p:cNvSpPr txBox="1">
            <a:spLocks/>
          </p:cNvSpPr>
          <p:nvPr/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" panose="020B0503030101060003" pitchFamily="34" charset="0"/>
              <a:ea typeface="+mn-ea"/>
              <a:cs typeface="+mn-cs"/>
            </a:endParaRPr>
          </a:p>
        </p:txBody>
      </p:sp>
      <p:sp>
        <p:nvSpPr>
          <p:cNvPr id="5" name="Slide3Title">
            <a:extLst>
              <a:ext uri="{FF2B5EF4-FFF2-40B4-BE49-F238E27FC236}">
                <a16:creationId xmlns:a16="http://schemas.microsoft.com/office/drawing/2014/main" id="{53272C73-F8DB-F3E7-45F8-9A893E405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21" y="145279"/>
            <a:ext cx="8254207" cy="433034"/>
          </a:xfrm>
        </p:spPr>
        <p:txBody>
          <a:bodyPr>
            <a:normAutofit/>
          </a:bodyPr>
          <a:lstStyle/>
          <a:p>
            <a:r>
              <a:rPr lang="en-US" sz="2400" dirty="0"/>
              <a:t>Fixed Income Structure Analysis – Current Portfolio</a:t>
            </a:r>
          </a:p>
        </p:txBody>
      </p:sp>
      <p:graphicFrame>
        <p:nvGraphicFramePr>
          <p:cNvPr id="10" name="ClientStructureAnalysis">
            <a:extLst>
              <a:ext uri="{FF2B5EF4-FFF2-40B4-BE49-F238E27FC236}">
                <a16:creationId xmlns:a16="http://schemas.microsoft.com/office/drawing/2014/main" id="{C3487C34-F6A7-112C-7811-1733FC800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552193"/>
              </p:ext>
            </p:extLst>
          </p:nvPr>
        </p:nvGraphicFramePr>
        <p:xfrm>
          <a:off x="0" y="927463"/>
          <a:ext cx="5995851" cy="5930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lientIncomeSource">
            <a:extLst>
              <a:ext uri="{FF2B5EF4-FFF2-40B4-BE49-F238E27FC236}">
                <a16:creationId xmlns:a16="http://schemas.microsoft.com/office/drawing/2014/main" id="{4864C115-18EF-5112-E386-BF5C52E34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072725"/>
              </p:ext>
            </p:extLst>
          </p:nvPr>
        </p:nvGraphicFramePr>
        <p:xfrm>
          <a:off x="6172200" y="902063"/>
          <a:ext cx="5995851" cy="5930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69608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9D29E-EB67-BFC7-4D9E-7F133B23B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5BF76CCA-7A6B-23D5-7611-69EF86704AFB}"/>
              </a:ext>
            </a:extLst>
          </p:cNvPr>
          <p:cNvSpPr txBox="1">
            <a:spLocks/>
          </p:cNvSpPr>
          <p:nvPr/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" panose="020B0503030101060003" pitchFamily="34" charset="0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D5FD0D-396F-6BF6-EE48-8A28D6037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21" y="145279"/>
            <a:ext cx="8254207" cy="433034"/>
          </a:xfrm>
        </p:spPr>
        <p:txBody>
          <a:bodyPr>
            <a:normAutofit/>
          </a:bodyPr>
          <a:lstStyle/>
          <a:p>
            <a:r>
              <a:rPr lang="en-US" sz="2400" dirty="0"/>
              <a:t>Fixed Income Structure Recommendation</a:t>
            </a:r>
          </a:p>
        </p:txBody>
      </p:sp>
      <p:graphicFrame>
        <p:nvGraphicFramePr>
          <p:cNvPr id="8" name="GenterStructure">
            <a:extLst>
              <a:ext uri="{FF2B5EF4-FFF2-40B4-BE49-F238E27FC236}">
                <a16:creationId xmlns:a16="http://schemas.microsoft.com/office/drawing/2014/main" id="{6EDC618D-6690-B6A7-183C-3755D51A0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813781"/>
              </p:ext>
            </p:extLst>
          </p:nvPr>
        </p:nvGraphicFramePr>
        <p:xfrm>
          <a:off x="6184899" y="914762"/>
          <a:ext cx="5995851" cy="5930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lientStructure">
            <a:extLst>
              <a:ext uri="{FF2B5EF4-FFF2-40B4-BE49-F238E27FC236}">
                <a16:creationId xmlns:a16="http://schemas.microsoft.com/office/drawing/2014/main" id="{045D8A56-2F05-275D-3D37-577F2BBD2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200902"/>
              </p:ext>
            </p:extLst>
          </p:nvPr>
        </p:nvGraphicFramePr>
        <p:xfrm>
          <a:off x="-1" y="914762"/>
          <a:ext cx="5995851" cy="5930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66666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4DC39-EFA6-736E-CC22-6CABE8A36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FBF4402B-872C-83C1-27F2-9EFDA471428F}"/>
              </a:ext>
            </a:extLst>
          </p:cNvPr>
          <p:cNvSpPr txBox="1">
            <a:spLocks/>
          </p:cNvSpPr>
          <p:nvPr/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" panose="020B0503030101060003" pitchFamily="34" charset="0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216C239-81AB-470F-CDEA-0F2E58687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21" y="145279"/>
            <a:ext cx="8254207" cy="433034"/>
          </a:xfrm>
        </p:spPr>
        <p:txBody>
          <a:bodyPr>
            <a:normAutofit/>
          </a:bodyPr>
          <a:lstStyle/>
          <a:p>
            <a:r>
              <a:rPr lang="en-US" sz="2400" dirty="0"/>
              <a:t>Fixed Income Maturity Analysis – Current Portfolio</a:t>
            </a:r>
          </a:p>
        </p:txBody>
      </p:sp>
      <p:graphicFrame>
        <p:nvGraphicFramePr>
          <p:cNvPr id="3" name="ClientMaturityProfile">
            <a:extLst>
              <a:ext uri="{FF2B5EF4-FFF2-40B4-BE49-F238E27FC236}">
                <a16:creationId xmlns:a16="http://schemas.microsoft.com/office/drawing/2014/main" id="{8D1850B3-E535-A82A-5282-3D6A4EC57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936888"/>
              </p:ext>
            </p:extLst>
          </p:nvPr>
        </p:nvGraphicFramePr>
        <p:xfrm>
          <a:off x="-1" y="914762"/>
          <a:ext cx="5995851" cy="5930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lientCallRate">
            <a:extLst>
              <a:ext uri="{FF2B5EF4-FFF2-40B4-BE49-F238E27FC236}">
                <a16:creationId xmlns:a16="http://schemas.microsoft.com/office/drawing/2014/main" id="{2EA66484-6DB9-5C24-12CB-4646926EE6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317525"/>
              </p:ext>
            </p:extLst>
          </p:nvPr>
        </p:nvGraphicFramePr>
        <p:xfrm>
          <a:off x="6184899" y="914762"/>
          <a:ext cx="5995851" cy="5930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89340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BC5A0-36C6-CE40-CAFC-E9618D35E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695F12E7-F86F-1ABA-6A51-7E0D6CFC726F}"/>
              </a:ext>
            </a:extLst>
          </p:cNvPr>
          <p:cNvSpPr txBox="1">
            <a:spLocks/>
          </p:cNvSpPr>
          <p:nvPr/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" panose="020B0503030101060003" pitchFamily="34" charset="0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0A5E888-C9BB-EEBC-1F0F-0E5D9026E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21" y="145279"/>
            <a:ext cx="8254207" cy="433034"/>
          </a:xfrm>
        </p:spPr>
        <p:txBody>
          <a:bodyPr>
            <a:normAutofit/>
          </a:bodyPr>
          <a:lstStyle/>
          <a:p>
            <a:r>
              <a:rPr lang="en-US" sz="2400" dirty="0"/>
              <a:t>Fixed Income Maturity Recommendation</a:t>
            </a:r>
          </a:p>
        </p:txBody>
      </p:sp>
      <p:graphicFrame>
        <p:nvGraphicFramePr>
          <p:cNvPr id="3" name="ClientOAM">
            <a:extLst>
              <a:ext uri="{FF2B5EF4-FFF2-40B4-BE49-F238E27FC236}">
                <a16:creationId xmlns:a16="http://schemas.microsoft.com/office/drawing/2014/main" id="{B68BB65A-8705-FA3D-AEF2-66D42704B2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624064"/>
              </p:ext>
            </p:extLst>
          </p:nvPr>
        </p:nvGraphicFramePr>
        <p:xfrm>
          <a:off x="-1" y="914762"/>
          <a:ext cx="5995851" cy="5930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GenterOAM">
            <a:extLst>
              <a:ext uri="{FF2B5EF4-FFF2-40B4-BE49-F238E27FC236}">
                <a16:creationId xmlns:a16="http://schemas.microsoft.com/office/drawing/2014/main" id="{015F6E97-FAF3-E4E1-9C3E-E8B3AD418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230959"/>
              </p:ext>
            </p:extLst>
          </p:nvPr>
        </p:nvGraphicFramePr>
        <p:xfrm>
          <a:off x="6184899" y="914762"/>
          <a:ext cx="5995851" cy="5930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4104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CAF17-D821-E166-8A51-B3BBDB69D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FB4153F7-4CB9-9F8A-8F53-D526A5C714D3}"/>
              </a:ext>
            </a:extLst>
          </p:cNvPr>
          <p:cNvSpPr txBox="1">
            <a:spLocks/>
          </p:cNvSpPr>
          <p:nvPr/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" panose="020B0503030101060003" pitchFamily="34" charset="0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6C8681-C259-BB5E-616C-896FE6DD10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21" y="145279"/>
            <a:ext cx="8254207" cy="433034"/>
          </a:xfrm>
        </p:spPr>
        <p:txBody>
          <a:bodyPr>
            <a:normAutofit/>
          </a:bodyPr>
          <a:lstStyle/>
          <a:p>
            <a:r>
              <a:rPr lang="en-US" sz="2400" dirty="0"/>
              <a:t>Fixed Income Coupon Rate Analysis – Current Portfolio</a:t>
            </a:r>
          </a:p>
        </p:txBody>
      </p:sp>
      <p:graphicFrame>
        <p:nvGraphicFramePr>
          <p:cNvPr id="3" name="ClientCouponRate">
            <a:extLst>
              <a:ext uri="{FF2B5EF4-FFF2-40B4-BE49-F238E27FC236}">
                <a16:creationId xmlns:a16="http://schemas.microsoft.com/office/drawing/2014/main" id="{10E3A084-33AD-B97A-1302-7B299B84A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758029"/>
              </p:ext>
            </p:extLst>
          </p:nvPr>
        </p:nvGraphicFramePr>
        <p:xfrm>
          <a:off x="3098074" y="927463"/>
          <a:ext cx="5995851" cy="5930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26582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F9F1D-6CE5-8314-BB07-ADDA17BCD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6F9BC258-F9F5-4B53-7D32-DC09D89E5574}"/>
              </a:ext>
            </a:extLst>
          </p:cNvPr>
          <p:cNvSpPr txBox="1">
            <a:spLocks/>
          </p:cNvSpPr>
          <p:nvPr/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" panose="020B0503030101060003" pitchFamily="34" charset="0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964500-91B8-9644-BEF7-20E1DC8A8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21" y="145279"/>
            <a:ext cx="8254207" cy="433034"/>
          </a:xfrm>
        </p:spPr>
        <p:txBody>
          <a:bodyPr>
            <a:normAutofit/>
          </a:bodyPr>
          <a:lstStyle/>
          <a:p>
            <a:r>
              <a:rPr lang="en-US" sz="2400" dirty="0"/>
              <a:t>Fixed Income Quality Recommendation</a:t>
            </a:r>
          </a:p>
        </p:txBody>
      </p:sp>
      <p:graphicFrame>
        <p:nvGraphicFramePr>
          <p:cNvPr id="3" name="ClientQualityBreakdown">
            <a:extLst>
              <a:ext uri="{FF2B5EF4-FFF2-40B4-BE49-F238E27FC236}">
                <a16:creationId xmlns:a16="http://schemas.microsoft.com/office/drawing/2014/main" id="{6D7813B4-20C1-12E8-66F0-F1C2436B2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047288"/>
              </p:ext>
            </p:extLst>
          </p:nvPr>
        </p:nvGraphicFramePr>
        <p:xfrm>
          <a:off x="-1" y="914762"/>
          <a:ext cx="5995851" cy="5930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GenterQualityBreakdown">
            <a:extLst>
              <a:ext uri="{FF2B5EF4-FFF2-40B4-BE49-F238E27FC236}">
                <a16:creationId xmlns:a16="http://schemas.microsoft.com/office/drawing/2014/main" id="{29028184-6265-714D-FDF8-40DFB327C2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620865"/>
              </p:ext>
            </p:extLst>
          </p:nvPr>
        </p:nvGraphicFramePr>
        <p:xfrm>
          <a:off x="6184899" y="914762"/>
          <a:ext cx="5995851" cy="5930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6602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809BD-B797-C5B7-06C2-D913C0F00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18A7B0CD-4582-6E51-4855-4250BF76C171}"/>
              </a:ext>
            </a:extLst>
          </p:cNvPr>
          <p:cNvSpPr txBox="1">
            <a:spLocks/>
          </p:cNvSpPr>
          <p:nvPr/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" panose="020B0503030101060003" pitchFamily="34" charset="0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63AA93-1BF3-AFBA-F823-A8A5B5AA15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21" y="145279"/>
            <a:ext cx="8254207" cy="433034"/>
          </a:xfrm>
        </p:spPr>
        <p:txBody>
          <a:bodyPr>
            <a:normAutofit/>
          </a:bodyPr>
          <a:lstStyle/>
          <a:p>
            <a:r>
              <a:rPr lang="en-US" sz="2400" dirty="0"/>
              <a:t>State Breakdown Recommendation</a:t>
            </a:r>
          </a:p>
        </p:txBody>
      </p:sp>
      <p:graphicFrame>
        <p:nvGraphicFramePr>
          <p:cNvPr id="3" name="ClientStateBreakdown">
            <a:extLst>
              <a:ext uri="{FF2B5EF4-FFF2-40B4-BE49-F238E27FC236}">
                <a16:creationId xmlns:a16="http://schemas.microsoft.com/office/drawing/2014/main" id="{83BCB685-A4D5-6876-A499-D24A838C67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173291"/>
              </p:ext>
            </p:extLst>
          </p:nvPr>
        </p:nvGraphicFramePr>
        <p:xfrm>
          <a:off x="-1" y="914762"/>
          <a:ext cx="5995851" cy="5930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GenterStateBreakdown">
            <a:extLst>
              <a:ext uri="{FF2B5EF4-FFF2-40B4-BE49-F238E27FC236}">
                <a16:creationId xmlns:a16="http://schemas.microsoft.com/office/drawing/2014/main" id="{64C739F7-9C7E-26BF-1973-0D33F4670C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637172"/>
              </p:ext>
            </p:extLst>
          </p:nvPr>
        </p:nvGraphicFramePr>
        <p:xfrm>
          <a:off x="6184899" y="914762"/>
          <a:ext cx="5995851" cy="5930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39891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BD54A-FB75-5E0D-72F0-B9B357B1B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8F7560D4-06EB-4FF8-22ED-20C455C2F340}"/>
              </a:ext>
            </a:extLst>
          </p:cNvPr>
          <p:cNvSpPr txBox="1">
            <a:spLocks/>
          </p:cNvSpPr>
          <p:nvPr/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" panose="020B0503030101060003" pitchFamily="34" charset="0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EF943C0-FB58-5AFB-7CE8-CBAD5BEE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21" y="145279"/>
            <a:ext cx="8254207" cy="433034"/>
          </a:xfrm>
        </p:spPr>
        <p:txBody>
          <a:bodyPr>
            <a:normAutofit/>
          </a:bodyPr>
          <a:lstStyle/>
          <a:p>
            <a:r>
              <a:rPr lang="en-US" sz="2400" dirty="0"/>
              <a:t>Fixed Income Characteristics Comparison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854959-1B28-AD0C-F860-9A16FBD28835}"/>
              </a:ext>
            </a:extLst>
          </p:cNvPr>
          <p:cNvSpPr txBox="1"/>
          <p:nvPr/>
        </p:nvSpPr>
        <p:spPr>
          <a:xfrm>
            <a:off x="6429828" y="800752"/>
            <a:ext cx="193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Current Portfolio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236D21-92A3-0E11-D5FD-71405DE9EA29}"/>
              </a:ext>
            </a:extLst>
          </p:cNvPr>
          <p:cNvSpPr txBox="1"/>
          <p:nvPr/>
        </p:nvSpPr>
        <p:spPr>
          <a:xfrm>
            <a:off x="9638149" y="800752"/>
            <a:ext cx="193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Genter Strategy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86145A-7925-37A8-1284-E7D553BD3E74}"/>
              </a:ext>
            </a:extLst>
          </p:cNvPr>
          <p:cNvSpPr txBox="1"/>
          <p:nvPr/>
        </p:nvSpPr>
        <p:spPr>
          <a:xfrm>
            <a:off x="333830" y="1487288"/>
            <a:ext cx="2162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Average Coupon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379F15-A2F4-855A-21BE-7F3DB10DEDEA}"/>
              </a:ext>
            </a:extLst>
          </p:cNvPr>
          <p:cNvSpPr txBox="1"/>
          <p:nvPr/>
        </p:nvSpPr>
        <p:spPr>
          <a:xfrm>
            <a:off x="333830" y="2060606"/>
            <a:ext cx="2162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Yield to Maturity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F72A00-4DCA-FF21-727A-61E19DCEBED5}"/>
              </a:ext>
            </a:extLst>
          </p:cNvPr>
          <p:cNvSpPr txBox="1"/>
          <p:nvPr/>
        </p:nvSpPr>
        <p:spPr>
          <a:xfrm>
            <a:off x="333830" y="2637430"/>
            <a:ext cx="2162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Yield to Worst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F741CA-C807-09B6-A6FB-0F927186E93A}"/>
              </a:ext>
            </a:extLst>
          </p:cNvPr>
          <p:cNvSpPr txBox="1"/>
          <p:nvPr/>
        </p:nvSpPr>
        <p:spPr>
          <a:xfrm>
            <a:off x="333830" y="3214254"/>
            <a:ext cx="2162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Taxable Equivalent Yield*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08915F-A578-40C6-E776-E3C8C3B8E549}"/>
              </a:ext>
            </a:extLst>
          </p:cNvPr>
          <p:cNvSpPr txBox="1"/>
          <p:nvPr/>
        </p:nvSpPr>
        <p:spPr>
          <a:xfrm>
            <a:off x="333830" y="4364393"/>
            <a:ext cx="2162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Effective Maturity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FDA964-C510-F19A-FE77-78A9B19F9B31}"/>
              </a:ext>
            </a:extLst>
          </p:cNvPr>
          <p:cNvSpPr txBox="1"/>
          <p:nvPr/>
        </p:nvSpPr>
        <p:spPr>
          <a:xfrm>
            <a:off x="333830" y="4937708"/>
            <a:ext cx="2162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Effective Duration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82A1B5-856A-29F1-9E6E-CF942B7C8A80}"/>
              </a:ext>
            </a:extLst>
          </p:cNvPr>
          <p:cNvSpPr txBox="1"/>
          <p:nvPr/>
        </p:nvSpPr>
        <p:spPr>
          <a:xfrm>
            <a:off x="333830" y="5511026"/>
            <a:ext cx="2162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Convexity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C77B71-71D4-EE5F-9C51-10BDC57A1F12}"/>
              </a:ext>
            </a:extLst>
          </p:cNvPr>
          <p:cNvSpPr txBox="1"/>
          <p:nvPr/>
        </p:nvSpPr>
        <p:spPr>
          <a:xfrm>
            <a:off x="333830" y="6084341"/>
            <a:ext cx="2162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Average Quality</a:t>
            </a:r>
          </a:p>
        </p:txBody>
      </p:sp>
      <p:sp>
        <p:nvSpPr>
          <p:cNvPr id="41" name="GenterAVGCoupon">
            <a:extLst>
              <a:ext uri="{FF2B5EF4-FFF2-40B4-BE49-F238E27FC236}">
                <a16:creationId xmlns:a16="http://schemas.microsoft.com/office/drawing/2014/main" id="{66FA53AD-5192-F5E8-FED9-78039E7006CB}"/>
              </a:ext>
            </a:extLst>
          </p:cNvPr>
          <p:cNvSpPr txBox="1"/>
          <p:nvPr/>
        </p:nvSpPr>
        <p:spPr>
          <a:xfrm>
            <a:off x="9638149" y="1480235"/>
            <a:ext cx="193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4.44%</a:t>
            </a:r>
          </a:p>
        </p:txBody>
      </p:sp>
      <p:sp>
        <p:nvSpPr>
          <p:cNvPr id="43" name="GenterYTM">
            <a:extLst>
              <a:ext uri="{FF2B5EF4-FFF2-40B4-BE49-F238E27FC236}">
                <a16:creationId xmlns:a16="http://schemas.microsoft.com/office/drawing/2014/main" id="{7E773D99-F083-7E36-47FA-E4E06193F243}"/>
              </a:ext>
            </a:extLst>
          </p:cNvPr>
          <p:cNvSpPr txBox="1"/>
          <p:nvPr/>
        </p:nvSpPr>
        <p:spPr>
          <a:xfrm>
            <a:off x="9638149" y="2060601"/>
            <a:ext cx="193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3.65%</a:t>
            </a:r>
          </a:p>
        </p:txBody>
      </p:sp>
      <p:sp>
        <p:nvSpPr>
          <p:cNvPr id="45" name="GenterYTW">
            <a:extLst>
              <a:ext uri="{FF2B5EF4-FFF2-40B4-BE49-F238E27FC236}">
                <a16:creationId xmlns:a16="http://schemas.microsoft.com/office/drawing/2014/main" id="{1FD22E8A-5F56-D78B-C4B9-46B471DA5A83}"/>
              </a:ext>
            </a:extLst>
          </p:cNvPr>
          <p:cNvSpPr txBox="1"/>
          <p:nvPr/>
        </p:nvSpPr>
        <p:spPr>
          <a:xfrm>
            <a:off x="9647114" y="2623344"/>
            <a:ext cx="193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3.30%</a:t>
            </a:r>
          </a:p>
        </p:txBody>
      </p:sp>
      <p:sp>
        <p:nvSpPr>
          <p:cNvPr id="47" name="GenterTEY">
            <a:extLst>
              <a:ext uri="{FF2B5EF4-FFF2-40B4-BE49-F238E27FC236}">
                <a16:creationId xmlns:a16="http://schemas.microsoft.com/office/drawing/2014/main" id="{1A886C90-0C23-291C-7573-F80B2B16B22B}"/>
              </a:ext>
            </a:extLst>
          </p:cNvPr>
          <p:cNvSpPr txBox="1"/>
          <p:nvPr/>
        </p:nvSpPr>
        <p:spPr>
          <a:xfrm>
            <a:off x="9638149" y="3214254"/>
            <a:ext cx="193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N.NN%</a:t>
            </a:r>
          </a:p>
        </p:txBody>
      </p:sp>
      <p:sp>
        <p:nvSpPr>
          <p:cNvPr id="49" name="GenterEffMat">
            <a:extLst>
              <a:ext uri="{FF2B5EF4-FFF2-40B4-BE49-F238E27FC236}">
                <a16:creationId xmlns:a16="http://schemas.microsoft.com/office/drawing/2014/main" id="{D41FE6DD-8056-5CE9-8F0D-250D926BE52A}"/>
              </a:ext>
            </a:extLst>
          </p:cNvPr>
          <p:cNvSpPr txBox="1"/>
          <p:nvPr/>
        </p:nvSpPr>
        <p:spPr>
          <a:xfrm>
            <a:off x="9647114" y="4364391"/>
            <a:ext cx="193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4.28 Years</a:t>
            </a:r>
          </a:p>
        </p:txBody>
      </p:sp>
      <p:sp>
        <p:nvSpPr>
          <p:cNvPr id="51" name="GenterEffDur">
            <a:extLst>
              <a:ext uri="{FF2B5EF4-FFF2-40B4-BE49-F238E27FC236}">
                <a16:creationId xmlns:a16="http://schemas.microsoft.com/office/drawing/2014/main" id="{D8DF0577-453A-E87F-5697-B26DAE89867B}"/>
              </a:ext>
            </a:extLst>
          </p:cNvPr>
          <p:cNvSpPr txBox="1"/>
          <p:nvPr/>
        </p:nvSpPr>
        <p:spPr>
          <a:xfrm>
            <a:off x="9663684" y="4937707"/>
            <a:ext cx="193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3.88 Years</a:t>
            </a:r>
          </a:p>
        </p:txBody>
      </p:sp>
      <p:sp>
        <p:nvSpPr>
          <p:cNvPr id="53" name="GenterConv">
            <a:extLst>
              <a:ext uri="{FF2B5EF4-FFF2-40B4-BE49-F238E27FC236}">
                <a16:creationId xmlns:a16="http://schemas.microsoft.com/office/drawing/2014/main" id="{70E3D5E4-09EF-6372-6988-ED5C71B023A2}"/>
              </a:ext>
            </a:extLst>
          </p:cNvPr>
          <p:cNvSpPr txBox="1"/>
          <p:nvPr/>
        </p:nvSpPr>
        <p:spPr>
          <a:xfrm>
            <a:off x="9638149" y="5518073"/>
            <a:ext cx="193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0.23</a:t>
            </a:r>
          </a:p>
        </p:txBody>
      </p:sp>
      <p:sp>
        <p:nvSpPr>
          <p:cNvPr id="55" name="GenterQual">
            <a:extLst>
              <a:ext uri="{FF2B5EF4-FFF2-40B4-BE49-F238E27FC236}">
                <a16:creationId xmlns:a16="http://schemas.microsoft.com/office/drawing/2014/main" id="{ABF49D7D-D996-3DFC-1FFA-686E73CC6A08}"/>
              </a:ext>
            </a:extLst>
          </p:cNvPr>
          <p:cNvSpPr txBox="1"/>
          <p:nvPr/>
        </p:nvSpPr>
        <p:spPr>
          <a:xfrm>
            <a:off x="9663684" y="6084339"/>
            <a:ext cx="193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AA-</a:t>
            </a:r>
          </a:p>
        </p:txBody>
      </p:sp>
      <p:sp>
        <p:nvSpPr>
          <p:cNvPr id="63" name="ClientAVGCoupon">
            <a:extLst>
              <a:ext uri="{FF2B5EF4-FFF2-40B4-BE49-F238E27FC236}">
                <a16:creationId xmlns:a16="http://schemas.microsoft.com/office/drawing/2014/main" id="{9E8AD3E7-A043-FE4C-D163-2F4906CD00CB}"/>
              </a:ext>
            </a:extLst>
          </p:cNvPr>
          <p:cNvSpPr txBox="1"/>
          <p:nvPr/>
        </p:nvSpPr>
        <p:spPr>
          <a:xfrm>
            <a:off x="6429828" y="1487288"/>
            <a:ext cx="193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N.NN%</a:t>
            </a:r>
          </a:p>
        </p:txBody>
      </p:sp>
      <p:sp>
        <p:nvSpPr>
          <p:cNvPr id="65" name="ClientYTM">
            <a:extLst>
              <a:ext uri="{FF2B5EF4-FFF2-40B4-BE49-F238E27FC236}">
                <a16:creationId xmlns:a16="http://schemas.microsoft.com/office/drawing/2014/main" id="{13E08C14-4716-117C-9620-C441C579673D}"/>
              </a:ext>
            </a:extLst>
          </p:cNvPr>
          <p:cNvSpPr txBox="1"/>
          <p:nvPr/>
        </p:nvSpPr>
        <p:spPr>
          <a:xfrm>
            <a:off x="6429828" y="2060602"/>
            <a:ext cx="193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N.NN%</a:t>
            </a:r>
          </a:p>
        </p:txBody>
      </p:sp>
      <p:sp>
        <p:nvSpPr>
          <p:cNvPr id="67" name="ClientYTW">
            <a:extLst>
              <a:ext uri="{FF2B5EF4-FFF2-40B4-BE49-F238E27FC236}">
                <a16:creationId xmlns:a16="http://schemas.microsoft.com/office/drawing/2014/main" id="{62EA9740-AF45-E9E6-7F7F-D346F0FCF882}"/>
              </a:ext>
            </a:extLst>
          </p:cNvPr>
          <p:cNvSpPr txBox="1"/>
          <p:nvPr/>
        </p:nvSpPr>
        <p:spPr>
          <a:xfrm>
            <a:off x="6429828" y="2633916"/>
            <a:ext cx="193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N.NN%</a:t>
            </a:r>
          </a:p>
        </p:txBody>
      </p:sp>
      <p:sp>
        <p:nvSpPr>
          <p:cNvPr id="69" name="ClientTEY">
            <a:extLst>
              <a:ext uri="{FF2B5EF4-FFF2-40B4-BE49-F238E27FC236}">
                <a16:creationId xmlns:a16="http://schemas.microsoft.com/office/drawing/2014/main" id="{C4B763D4-DEA5-A89C-4404-C15B0AEA0C0B}"/>
              </a:ext>
            </a:extLst>
          </p:cNvPr>
          <p:cNvSpPr txBox="1"/>
          <p:nvPr/>
        </p:nvSpPr>
        <p:spPr>
          <a:xfrm>
            <a:off x="6429828" y="3214254"/>
            <a:ext cx="193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N.NN%</a:t>
            </a:r>
          </a:p>
        </p:txBody>
      </p:sp>
      <p:sp>
        <p:nvSpPr>
          <p:cNvPr id="71" name="ClientEffMat">
            <a:extLst>
              <a:ext uri="{FF2B5EF4-FFF2-40B4-BE49-F238E27FC236}">
                <a16:creationId xmlns:a16="http://schemas.microsoft.com/office/drawing/2014/main" id="{8AF99914-34E8-5896-1868-6C621D0F936B}"/>
              </a:ext>
            </a:extLst>
          </p:cNvPr>
          <p:cNvSpPr txBox="1"/>
          <p:nvPr/>
        </p:nvSpPr>
        <p:spPr>
          <a:xfrm>
            <a:off x="6429828" y="4364392"/>
            <a:ext cx="193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N.NN Years</a:t>
            </a:r>
          </a:p>
        </p:txBody>
      </p:sp>
      <p:sp>
        <p:nvSpPr>
          <p:cNvPr id="73" name="ClientEffDur">
            <a:extLst>
              <a:ext uri="{FF2B5EF4-FFF2-40B4-BE49-F238E27FC236}">
                <a16:creationId xmlns:a16="http://schemas.microsoft.com/office/drawing/2014/main" id="{A2D2664E-E701-929E-A3C8-19B1CADCD9B2}"/>
              </a:ext>
            </a:extLst>
          </p:cNvPr>
          <p:cNvSpPr txBox="1"/>
          <p:nvPr/>
        </p:nvSpPr>
        <p:spPr>
          <a:xfrm>
            <a:off x="6429828" y="4937707"/>
            <a:ext cx="193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N.NN Years</a:t>
            </a:r>
          </a:p>
        </p:txBody>
      </p:sp>
      <p:sp>
        <p:nvSpPr>
          <p:cNvPr id="75" name="ClientConv">
            <a:extLst>
              <a:ext uri="{FF2B5EF4-FFF2-40B4-BE49-F238E27FC236}">
                <a16:creationId xmlns:a16="http://schemas.microsoft.com/office/drawing/2014/main" id="{F23A0CE2-1271-443E-01A6-BF44300E1869}"/>
              </a:ext>
            </a:extLst>
          </p:cNvPr>
          <p:cNvSpPr txBox="1"/>
          <p:nvPr/>
        </p:nvSpPr>
        <p:spPr>
          <a:xfrm>
            <a:off x="6429828" y="5511022"/>
            <a:ext cx="193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N.NN%</a:t>
            </a:r>
          </a:p>
        </p:txBody>
      </p:sp>
      <p:sp>
        <p:nvSpPr>
          <p:cNvPr id="77" name="ClientQual">
            <a:extLst>
              <a:ext uri="{FF2B5EF4-FFF2-40B4-BE49-F238E27FC236}">
                <a16:creationId xmlns:a16="http://schemas.microsoft.com/office/drawing/2014/main" id="{DEA7E0C3-5322-4ED8-A651-FCC8FDD3C5E9}"/>
              </a:ext>
            </a:extLst>
          </p:cNvPr>
          <p:cNvSpPr txBox="1"/>
          <p:nvPr/>
        </p:nvSpPr>
        <p:spPr>
          <a:xfrm>
            <a:off x="6429828" y="6084339"/>
            <a:ext cx="193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LL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5A4900F-F6D6-CEA8-71EF-7CB0A24388C4}"/>
              </a:ext>
            </a:extLst>
          </p:cNvPr>
          <p:cNvSpPr txBox="1"/>
          <p:nvPr/>
        </p:nvSpPr>
        <p:spPr>
          <a:xfrm>
            <a:off x="106021" y="6497277"/>
            <a:ext cx="59202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* Calculated subject to the 40.8% Combined Federal Tax. This calculation does not include any local or state taxes that may apply </a:t>
            </a:r>
          </a:p>
        </p:txBody>
      </p:sp>
      <p:sp>
        <p:nvSpPr>
          <p:cNvPr id="80" name="DateDisclosure">
            <a:extLst>
              <a:ext uri="{FF2B5EF4-FFF2-40B4-BE49-F238E27FC236}">
                <a16:creationId xmlns:a16="http://schemas.microsoft.com/office/drawing/2014/main" id="{71CFE222-B5AB-A305-C865-C84CF8F5B0BD}"/>
              </a:ext>
            </a:extLst>
          </p:cNvPr>
          <p:cNvSpPr txBox="1"/>
          <p:nvPr/>
        </p:nvSpPr>
        <p:spPr>
          <a:xfrm>
            <a:off x="8184777" y="6497277"/>
            <a:ext cx="34810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/>
              <a:t>Data is as of DD/MM/YYYY and subject to change due to market conditions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FA8877F-0BB4-6CDB-7513-058B2339B9AD}"/>
              </a:ext>
            </a:extLst>
          </p:cNvPr>
          <p:cNvSpPr txBox="1"/>
          <p:nvPr/>
        </p:nvSpPr>
        <p:spPr>
          <a:xfrm>
            <a:off x="333830" y="3791078"/>
            <a:ext cx="2162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Stated Maturity</a:t>
            </a:r>
          </a:p>
        </p:txBody>
      </p:sp>
      <p:sp>
        <p:nvSpPr>
          <p:cNvPr id="118" name="GenterStatMat">
            <a:extLst>
              <a:ext uri="{FF2B5EF4-FFF2-40B4-BE49-F238E27FC236}">
                <a16:creationId xmlns:a16="http://schemas.microsoft.com/office/drawing/2014/main" id="{7B97C4DB-E1ED-146F-9769-4058BC768A39}"/>
              </a:ext>
            </a:extLst>
          </p:cNvPr>
          <p:cNvSpPr txBox="1"/>
          <p:nvPr/>
        </p:nvSpPr>
        <p:spPr>
          <a:xfrm>
            <a:off x="9647114" y="3791075"/>
            <a:ext cx="193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Over 4.28 Years</a:t>
            </a:r>
          </a:p>
        </p:txBody>
      </p:sp>
      <p:sp>
        <p:nvSpPr>
          <p:cNvPr id="120" name="ClientStatMat">
            <a:extLst>
              <a:ext uri="{FF2B5EF4-FFF2-40B4-BE49-F238E27FC236}">
                <a16:creationId xmlns:a16="http://schemas.microsoft.com/office/drawing/2014/main" id="{40A0C5FB-2743-372E-EC23-A95806997C40}"/>
              </a:ext>
            </a:extLst>
          </p:cNvPr>
          <p:cNvSpPr txBox="1"/>
          <p:nvPr/>
        </p:nvSpPr>
        <p:spPr>
          <a:xfrm>
            <a:off x="6429828" y="3791076"/>
            <a:ext cx="193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N.NN Years</a:t>
            </a:r>
          </a:p>
        </p:txBody>
      </p:sp>
    </p:spTree>
    <p:extLst>
      <p:ext uri="{BB962C8B-B14F-4D97-AF65-F5344CB8AC3E}">
        <p14:creationId xmlns:p14="http://schemas.microsoft.com/office/powerpoint/2010/main" val="2117662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DC03A1-C7B7-3AEA-5E05-525C640838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Client Holdings</a:t>
            </a:r>
          </a:p>
        </p:txBody>
      </p:sp>
    </p:spTree>
    <p:extLst>
      <p:ext uri="{BB962C8B-B14F-4D97-AF65-F5344CB8AC3E}">
        <p14:creationId xmlns:p14="http://schemas.microsoft.com/office/powerpoint/2010/main" val="2168161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8D7D1-EEE0-E436-7B6D-2EFC297C1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E1D413EC-FAE3-0E7F-7F41-9F91147211A7}"/>
              </a:ext>
            </a:extLst>
          </p:cNvPr>
          <p:cNvSpPr txBox="1">
            <a:spLocks/>
          </p:cNvSpPr>
          <p:nvPr/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" panose="020B0503030101060003" pitchFamily="34" charset="0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9C00F61-3242-14F4-69F4-BB5346358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21" y="145279"/>
            <a:ext cx="8254207" cy="433034"/>
          </a:xfrm>
        </p:spPr>
        <p:txBody>
          <a:bodyPr>
            <a:normAutofit/>
          </a:bodyPr>
          <a:lstStyle/>
          <a:p>
            <a:r>
              <a:rPr lang="en-US" sz="2400" dirty="0"/>
              <a:t>Cash Flow Comparison</a:t>
            </a:r>
          </a:p>
        </p:txBody>
      </p:sp>
    </p:spTree>
    <p:extLst>
      <p:ext uri="{BB962C8B-B14F-4D97-AF65-F5344CB8AC3E}">
        <p14:creationId xmlns:p14="http://schemas.microsoft.com/office/powerpoint/2010/main" val="3859652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F7A56-250B-BD11-2F45-56B3DD36E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EE890E15-830C-C0AD-028A-D365C00DC6B2}"/>
              </a:ext>
            </a:extLst>
          </p:cNvPr>
          <p:cNvSpPr txBox="1">
            <a:spLocks/>
          </p:cNvSpPr>
          <p:nvPr/>
        </p:nvSpPr>
        <p:spPr>
          <a:xfrm>
            <a:off x="11582400" y="6450830"/>
            <a:ext cx="609600" cy="407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" panose="020B0503030101060003" pitchFamily="34" charset="0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A6EF7A-7C0A-E509-C85C-726381C58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21" y="145279"/>
            <a:ext cx="8254207" cy="433034"/>
          </a:xfrm>
        </p:spPr>
        <p:txBody>
          <a:bodyPr>
            <a:normAutofit/>
          </a:bodyPr>
          <a:lstStyle/>
          <a:p>
            <a:r>
              <a:rPr lang="en-US" sz="2400" dirty="0"/>
              <a:t>Interest Rate Shock Matrix Comparison</a:t>
            </a:r>
          </a:p>
        </p:txBody>
      </p:sp>
    </p:spTree>
    <p:extLst>
      <p:ext uri="{BB962C8B-B14F-4D97-AF65-F5344CB8AC3E}">
        <p14:creationId xmlns:p14="http://schemas.microsoft.com/office/powerpoint/2010/main" val="861898424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RNC Genter Color Schem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30021"/>
      </a:accent1>
      <a:accent2>
        <a:srgbClr val="D34817"/>
      </a:accent2>
      <a:accent3>
        <a:srgbClr val="1B1811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Office Theme">
  <a:themeElements>
    <a:clrScheme name="RNC Genter Color Schem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30021"/>
      </a:accent1>
      <a:accent2>
        <a:srgbClr val="D34817"/>
      </a:accent2>
      <a:accent3>
        <a:srgbClr val="1B1811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RNC Genter Color Schem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30021"/>
      </a:accent1>
      <a:accent2>
        <a:srgbClr val="D34817"/>
      </a:accent2>
      <a:accent3>
        <a:srgbClr val="1B1811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Office Theme">
  <a:themeElements>
    <a:clrScheme name="RNC Genter Color Schem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30021"/>
      </a:accent1>
      <a:accent2>
        <a:srgbClr val="D34817"/>
      </a:accent2>
      <a:accent3>
        <a:srgbClr val="1B1811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6_Office Theme">
  <a:themeElements>
    <a:clrScheme name="RNC Genter Color Schem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30021"/>
      </a:accent1>
      <a:accent2>
        <a:srgbClr val="D34817"/>
      </a:accent2>
      <a:accent3>
        <a:srgbClr val="1B1811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7_Office Theme">
  <a:themeElements>
    <a:clrScheme name="RNC Genter Color Schem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30021"/>
      </a:accent1>
      <a:accent2>
        <a:srgbClr val="D34817"/>
      </a:accent2>
      <a:accent3>
        <a:srgbClr val="1B1811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8_Office Theme">
  <a:themeElements>
    <a:clrScheme name="RNC Genter Color Schem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30021"/>
      </a:accent1>
      <a:accent2>
        <a:srgbClr val="D34817"/>
      </a:accent2>
      <a:accent3>
        <a:srgbClr val="1B1811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9_Office Theme">
  <a:themeElements>
    <a:clrScheme name="RNC Genter Color Schem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30021"/>
      </a:accent1>
      <a:accent2>
        <a:srgbClr val="D34817"/>
      </a:accent2>
      <a:accent3>
        <a:srgbClr val="1B1811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0_Office Theme">
  <a:themeElements>
    <a:clrScheme name="RNC Genter Color Schem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30021"/>
      </a:accent1>
      <a:accent2>
        <a:srgbClr val="D34817"/>
      </a:accent2>
      <a:accent3>
        <a:srgbClr val="1B1811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11_Office Theme">
  <a:themeElements>
    <a:clrScheme name="RNC Genter Color Schem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30021"/>
      </a:accent1>
      <a:accent2>
        <a:srgbClr val="D34817"/>
      </a:accent2>
      <a:accent3>
        <a:srgbClr val="1B1811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2_Office Theme">
  <a:themeElements>
    <a:clrScheme name="RNC Genter Color Schem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30021"/>
      </a:accent1>
      <a:accent2>
        <a:srgbClr val="D34817"/>
      </a:accent2>
      <a:accent3>
        <a:srgbClr val="1B1811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3_Office Theme">
  <a:themeElements>
    <a:clrScheme name="RNC Genter Color Schem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30021"/>
      </a:accent1>
      <a:accent2>
        <a:srgbClr val="D34817"/>
      </a:accent2>
      <a:accent3>
        <a:srgbClr val="1B1811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4_Office Theme">
  <a:themeElements>
    <a:clrScheme name="RNC Genter Color Schem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30021"/>
      </a:accent1>
      <a:accent2>
        <a:srgbClr val="D34817"/>
      </a:accent2>
      <a:accent3>
        <a:srgbClr val="1B1811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15_Office Theme">
  <a:themeElements>
    <a:clrScheme name="RNC Genter Color Schem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30021"/>
      </a:accent1>
      <a:accent2>
        <a:srgbClr val="D34817"/>
      </a:accent2>
      <a:accent3>
        <a:srgbClr val="1B1811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16_Office Theme">
  <a:themeElements>
    <a:clrScheme name="RNC Genter Color Schem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30021"/>
      </a:accent1>
      <a:accent2>
        <a:srgbClr val="D34817"/>
      </a:accent2>
      <a:accent3>
        <a:srgbClr val="1B1811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HoldingsDetail">
  <a:themeElements>
    <a:clrScheme name="RNC Genter Color Schem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30021"/>
      </a:accent1>
      <a:accent2>
        <a:srgbClr val="D34817"/>
      </a:accent2>
      <a:accent3>
        <a:srgbClr val="1B1811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8.xml><?xml version="1.0" encoding="utf-8"?>
<a:theme xmlns:a="http://schemas.openxmlformats.org/drawingml/2006/main" name="18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9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84378</TotalTime>
  <Words>303</Words>
  <Application>Microsoft Office PowerPoint</Application>
  <PresentationFormat>Widescreen</PresentationFormat>
  <Paragraphs>86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19</vt:i4>
      </vt:variant>
      <vt:variant>
        <vt:lpstr>Slide Titles</vt:lpstr>
      </vt:variant>
      <vt:variant>
        <vt:i4>13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Raleway</vt:lpstr>
      <vt:lpstr>2_Office Theme</vt:lpstr>
      <vt:lpstr>5_Office Theme</vt:lpstr>
      <vt:lpstr>3_Office Theme</vt:lpstr>
      <vt:lpstr>4_Office Theme</vt:lpstr>
      <vt:lpstr>6_Office Theme</vt:lpstr>
      <vt:lpstr>7_Office Theme</vt:lpstr>
      <vt:lpstr>8_Office Theme</vt:lpstr>
      <vt:lpstr>9_Office Theme</vt:lpstr>
      <vt:lpstr>10_Office Theme</vt:lpstr>
      <vt:lpstr>11_Office Theme</vt:lpstr>
      <vt:lpstr>12_Office Theme</vt:lpstr>
      <vt:lpstr>13_Office Theme</vt:lpstr>
      <vt:lpstr>14_Office Theme</vt:lpstr>
      <vt:lpstr>15_Office Theme</vt:lpstr>
      <vt:lpstr>16_Office Theme</vt:lpstr>
      <vt:lpstr>HoldingsDetail</vt:lpstr>
      <vt:lpstr>Office Theme</vt:lpstr>
      <vt:lpstr>18_Office Theme</vt:lpstr>
      <vt:lpstr>1_Office Theme</vt:lpstr>
      <vt:lpstr>PowerPoint Presentation</vt:lpstr>
      <vt:lpstr>Credit Risk Assessment – Current Portfolio</vt:lpstr>
      <vt:lpstr>Fixed Income Structure Analysis – Current Portfolio</vt:lpstr>
      <vt:lpstr>Fixed Income Structure Recommendation</vt:lpstr>
      <vt:lpstr>Fixed Income Maturity Analysis – Current Portfolio</vt:lpstr>
      <vt:lpstr>Fixed Income Maturity Recommendation</vt:lpstr>
      <vt:lpstr>Fixed Income Coupon Rate Analysis – Current Portfolio</vt:lpstr>
      <vt:lpstr>Fixed Income Quality Recommendation</vt:lpstr>
      <vt:lpstr>State Breakdown Recommendation</vt:lpstr>
      <vt:lpstr>Fixed Income Characteristics Comparison</vt:lpstr>
      <vt:lpstr>Client Holdings</vt:lpstr>
      <vt:lpstr>Cash Flow Comparison</vt:lpstr>
      <vt:lpstr>Interest Rate Shock Matrix Comparison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Dividend Income Equity Strategy The Power of Dividends</dc:title>
  <dc:creator>Eric Gutierrez</dc:creator>
  <cp:lastModifiedBy>Intern-Institutional Div.</cp:lastModifiedBy>
  <cp:revision>1084</cp:revision>
  <cp:lastPrinted>2026-07-10T19:07:13Z</cp:lastPrinted>
  <dcterms:created xsi:type="dcterms:W3CDTF">2018-05-01T18:18:20Z</dcterms:created>
  <dcterms:modified xsi:type="dcterms:W3CDTF">2026-09-15T18:27:10Z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752255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S9.0.3</vt:lpwstr>
  </property>
</Properties>
</file>